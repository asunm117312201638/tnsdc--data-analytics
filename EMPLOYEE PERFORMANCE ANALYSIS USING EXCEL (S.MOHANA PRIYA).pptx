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1"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9143861" cy="6857895"/>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autoAdjust="0"/>
    <p:restoredTop sz="94660" autoAdjust="0"/>
  </p:normalViewPr>
  <p:slideViewPr>
    <p:cSldViewPr>
      <p:cViewPr varScale="1">
        <p:scale>
          <a:sx n="84" d="100"/>
          <a:sy n="84" d="100"/>
        </p:scale>
        <p:origin x="0" y="0"/>
      </p:cViewPr>
      <p:guideLst>
        <p:guide orient="horz" pos="2880"/>
        <p:guide pos="2160"/>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&lt;#&gt;</a:t>
            </a:fld>
            <a:endParaRPr lang="zh-CN" altLang="en-US" sz="1200">
              <a:latin typeface="Calibri" pitchFamily="0" charset="0"/>
              <a:ea typeface="等线" pitchFamily="0" charset="0"/>
              <a:cs typeface="Calibri" pitchFamily="0" charset="0"/>
            </a:endParaRPr>
          </a:p>
        </p:txBody>
      </p:sp>
      <p:sp>
        <p:nvSpPr>
          <p:cNvPr id="18" name="文本框"/>
          <p:cNvSpPr>
            <a:spLocks noGrp="1"/>
          </p:cNvSpPr>
          <p:nvPr>
            <p:ph type="hdr"/>
          </p:nvPr>
        </p:nvSpPr>
        <p:spPr>
          <a:xfrm rot="0">
            <a:off x="0" y="0"/>
            <a:ext cx="5283200" cy="344488"/>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等线" pitchFamily="0" charset="0"/>
              <a:cs typeface="Calibri" pitchFamily="0" charset="0"/>
            </a:endParaRPr>
          </a:p>
        </p:txBody>
      </p:sp>
      <p:sp>
        <p:nvSpPr>
          <p:cNvPr id="19" name="文本框"/>
          <p:cNvSpPr>
            <a:spLocks noGrp="1"/>
          </p:cNvSpPr>
          <p:nvPr>
            <p:ph type="dt" idx="1"/>
          </p:nvPr>
        </p:nvSpPr>
        <p:spPr>
          <a:xfrm rot="0">
            <a:off x="6905625" y="0"/>
            <a:ext cx="5283200" cy="344488"/>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等线" pitchFamily="0" charset="0"/>
                <a:cs typeface="Calibri" pitchFamily="0" charset="0"/>
              </a:rPr>
              <a:t>9/7/2024</a:t>
            </a:fld>
            <a:endParaRPr lang="zh-CN" altLang="en-US" sz="1200">
              <a:latin typeface="Calibri" pitchFamily="0" charset="0"/>
              <a:ea typeface="等线" pitchFamily="0" charset="0"/>
              <a:cs typeface="Calibri" pitchFamily="0" charset="0"/>
            </a:endParaRPr>
          </a:p>
        </p:txBody>
      </p:sp>
      <p:sp>
        <p:nvSpPr>
          <p:cNvPr id="20" name="对象"/>
          <p:cNvSpPr>
            <a:spLocks noGrp="1" noChangeAspect="1"/>
          </p:cNvSpPr>
          <p:nvPr>
            <p:ph type="sldImg" idx="2"/>
          </p:nvPr>
        </p:nvSpPr>
        <p:spPr>
          <a:xfrm rot="0">
            <a:off x="4038600" y="857250"/>
            <a:ext cx="4114800" cy="2314575"/>
          </a:xfrm>
          <a:prstGeom prst="rect"/>
          <a:noFill/>
          <a:ln w="12700" cmpd="sng" cap="flat">
            <a:solidFill>
              <a:srgbClr val="000000"/>
            </a:solidFill>
            <a:prstDash val="solid"/>
            <a:round/>
          </a:ln>
        </p:spPr>
      </p:sp>
      <p:sp>
        <p:nvSpPr>
          <p:cNvPr id="21" name="文本框"/>
          <p:cNvSpPr>
            <a:spLocks noGrp="1"/>
          </p:cNvSpPr>
          <p:nvPr>
            <p:ph type="body" idx="3"/>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22" name="文本框"/>
          <p:cNvSpPr>
            <a:spLocks noGrp="1"/>
          </p:cNvSpPr>
          <p:nvPr>
            <p:ph type="ftr" idx="4"/>
          </p:nvPr>
        </p:nvSpPr>
        <p:spPr>
          <a:xfrm rot="0">
            <a:off x="0"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845024972"/>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a:t>
            </a:fld>
            <a:endParaRPr lang="zh-CN" altLang="en-US" sz="1200">
              <a:latin typeface="Calibri" pitchFamily="0" charset="0"/>
              <a:ea typeface="等线" pitchFamily="0" charset="0"/>
              <a:cs typeface="Calibri" pitchFamily="0" charset="0"/>
            </a:endParaRPr>
          </a:p>
        </p:txBody>
      </p:sp>
      <p:sp>
        <p:nvSpPr>
          <p:cNvPr id="49" name="对象"/>
          <p:cNvSpPr>
            <a:spLocks noGrp="1" noChangeAspect="1"/>
          </p:cNvSpPr>
          <p:nvPr>
            <p:ph type="sldImg"/>
          </p:nvPr>
        </p:nvSpPr>
        <p:spPr>
          <a:xfrm rot="0">
            <a:off x="4038600" y="857250"/>
            <a:ext cx="4114800" cy="2314575"/>
          </a:xfrm>
          <a:prstGeom prst="rect"/>
          <a:noFill/>
          <a:ln w="12700" cmpd="sng" cap="flat">
            <a:noFill/>
            <a:prstDash val="solid"/>
            <a:miter/>
          </a:ln>
        </p:spPr>
      </p:sp>
      <p:sp>
        <p:nvSpPr>
          <p:cNvPr id="50"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643902231"/>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2</a:t>
            </a:fld>
            <a:endParaRPr lang="zh-CN" altLang="en-US" sz="1200">
              <a:latin typeface="Calibri" pitchFamily="0" charset="0"/>
              <a:ea typeface="等线" pitchFamily="0" charset="0"/>
              <a:cs typeface="Calibri" pitchFamily="0" charset="0"/>
            </a:endParaRPr>
          </a:p>
        </p:txBody>
      </p:sp>
      <p:sp>
        <p:nvSpPr>
          <p:cNvPr id="86" name="对象"/>
          <p:cNvSpPr>
            <a:spLocks noGrp="1"/>
          </p:cNvSpPr>
          <p:nvPr>
            <p:ph type="sldImg"/>
          </p:nvPr>
        </p:nvSpPr>
        <p:spPr>
          <a:xfrm rot="0">
            <a:off x="4038600" y="857250"/>
            <a:ext cx="4114800" cy="2314575"/>
          </a:xfrm>
          <a:prstGeom prst="rect"/>
          <a:noFill/>
          <a:ln w="12700" cmpd="sng" cap="flat">
            <a:noFill/>
            <a:prstDash val="solid"/>
            <a:miter/>
          </a:ln>
        </p:spPr>
      </p:sp>
      <p:sp>
        <p:nvSpPr>
          <p:cNvPr id="87"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378584356"/>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3</a:t>
            </a:fld>
            <a:endParaRPr lang="zh-CN" altLang="en-US" sz="1200">
              <a:latin typeface="Calibri" pitchFamily="0" charset="0"/>
              <a:ea typeface="等线" pitchFamily="0" charset="0"/>
              <a:cs typeface="Calibri" pitchFamily="0" charset="0"/>
            </a:endParaRPr>
          </a:p>
        </p:txBody>
      </p:sp>
      <p:sp>
        <p:nvSpPr>
          <p:cNvPr id="110" name="对象"/>
          <p:cNvSpPr>
            <a:spLocks noGrp="1"/>
          </p:cNvSpPr>
          <p:nvPr>
            <p:ph type="sldImg"/>
          </p:nvPr>
        </p:nvSpPr>
        <p:spPr>
          <a:xfrm rot="0">
            <a:off x="4038600" y="857250"/>
            <a:ext cx="4114800" cy="2314575"/>
          </a:xfrm>
          <a:prstGeom prst="rect"/>
          <a:noFill/>
          <a:ln w="12700" cmpd="sng" cap="flat">
            <a:noFill/>
            <a:prstDash val="solid"/>
            <a:miter/>
          </a:ln>
        </p:spPr>
      </p:sp>
      <p:sp>
        <p:nvSpPr>
          <p:cNvPr id="111"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555958903"/>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4</a:t>
            </a:fld>
            <a:endParaRPr lang="zh-CN" altLang="en-US" sz="1200">
              <a:latin typeface="Calibri" pitchFamily="0" charset="0"/>
              <a:ea typeface="等线" pitchFamily="0" charset="0"/>
              <a:cs typeface="Calibri" pitchFamily="0" charset="0"/>
            </a:endParaRPr>
          </a:p>
        </p:txBody>
      </p:sp>
      <p:sp>
        <p:nvSpPr>
          <p:cNvPr id="123" name="对象"/>
          <p:cNvSpPr>
            <a:spLocks noGrp="1"/>
          </p:cNvSpPr>
          <p:nvPr>
            <p:ph type="sldImg"/>
          </p:nvPr>
        </p:nvSpPr>
        <p:spPr>
          <a:xfrm rot="0">
            <a:off x="4038600" y="857250"/>
            <a:ext cx="4114800" cy="2314575"/>
          </a:xfrm>
          <a:prstGeom prst="rect"/>
          <a:noFill/>
          <a:ln w="12700" cmpd="sng" cap="flat">
            <a:noFill/>
            <a:prstDash val="solid"/>
            <a:miter/>
          </a:ln>
        </p:spPr>
      </p:sp>
      <p:sp>
        <p:nvSpPr>
          <p:cNvPr id="124"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792035206"/>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5</a:t>
            </a:fld>
            <a:endParaRPr lang="zh-CN" altLang="en-US" sz="1200">
              <a:latin typeface="Calibri" pitchFamily="0" charset="0"/>
              <a:ea typeface="等线" pitchFamily="0" charset="0"/>
              <a:cs typeface="Calibri" pitchFamily="0" charset="0"/>
            </a:endParaRPr>
          </a:p>
        </p:txBody>
      </p:sp>
      <p:sp>
        <p:nvSpPr>
          <p:cNvPr id="135" name="对象"/>
          <p:cNvSpPr>
            <a:spLocks noGrp="1"/>
          </p:cNvSpPr>
          <p:nvPr>
            <p:ph type="sldImg"/>
          </p:nvPr>
        </p:nvSpPr>
        <p:spPr>
          <a:xfrm rot="0">
            <a:off x="4038600" y="857250"/>
            <a:ext cx="4114800" cy="2314575"/>
          </a:xfrm>
          <a:prstGeom prst="rect"/>
          <a:noFill/>
          <a:ln w="12700" cmpd="sng" cap="flat">
            <a:noFill/>
            <a:prstDash val="solid"/>
            <a:miter/>
          </a:ln>
        </p:spPr>
      </p:sp>
      <p:sp>
        <p:nvSpPr>
          <p:cNvPr id="136"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2016514533"/>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6</a:t>
            </a:fld>
            <a:endParaRPr lang="zh-CN" altLang="en-US" sz="1200">
              <a:latin typeface="Calibri" pitchFamily="0" charset="0"/>
              <a:ea typeface="等线" pitchFamily="0" charset="0"/>
              <a:cs typeface="Calibri" pitchFamily="0" charset="0"/>
            </a:endParaRPr>
          </a:p>
        </p:txBody>
      </p:sp>
      <p:sp>
        <p:nvSpPr>
          <p:cNvPr id="143" name="对象"/>
          <p:cNvSpPr>
            <a:spLocks noGrp="1"/>
          </p:cNvSpPr>
          <p:nvPr>
            <p:ph type="sldImg"/>
          </p:nvPr>
        </p:nvSpPr>
        <p:spPr>
          <a:xfrm rot="0">
            <a:off x="4038600" y="857250"/>
            <a:ext cx="4114800" cy="2314575"/>
          </a:xfrm>
          <a:prstGeom prst="rect"/>
          <a:noFill/>
          <a:ln w="12700" cmpd="sng" cap="flat">
            <a:noFill/>
            <a:prstDash val="solid"/>
            <a:miter/>
          </a:ln>
        </p:spPr>
      </p:sp>
      <p:sp>
        <p:nvSpPr>
          <p:cNvPr id="144"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810803813"/>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7</a:t>
            </a:fld>
            <a:endParaRPr lang="zh-CN" altLang="en-US" sz="1200">
              <a:latin typeface="Calibri" pitchFamily="0" charset="0"/>
              <a:ea typeface="等线" pitchFamily="0" charset="0"/>
              <a:cs typeface="Calibri" pitchFamily="0" charset="0"/>
            </a:endParaRPr>
          </a:p>
        </p:txBody>
      </p:sp>
      <p:sp>
        <p:nvSpPr>
          <p:cNvPr id="152" name="对象"/>
          <p:cNvSpPr>
            <a:spLocks noGrp="1"/>
          </p:cNvSpPr>
          <p:nvPr>
            <p:ph type="sldImg"/>
          </p:nvPr>
        </p:nvSpPr>
        <p:spPr>
          <a:xfrm rot="0">
            <a:off x="4038600" y="857250"/>
            <a:ext cx="4114800" cy="2314575"/>
          </a:xfrm>
          <a:prstGeom prst="rect"/>
          <a:noFill/>
          <a:ln w="12700" cmpd="sng" cap="flat">
            <a:noFill/>
            <a:prstDash val="solid"/>
            <a:miter/>
          </a:ln>
        </p:spPr>
      </p:sp>
      <p:sp>
        <p:nvSpPr>
          <p:cNvPr id="153"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657670398"/>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8</a:t>
            </a:fld>
            <a:endParaRPr lang="zh-CN" altLang="en-US" sz="1200">
              <a:latin typeface="Calibri" pitchFamily="0" charset="0"/>
              <a:ea typeface="等线" pitchFamily="0" charset="0"/>
              <a:cs typeface="Calibri" pitchFamily="0" charset="0"/>
            </a:endParaRPr>
          </a:p>
        </p:txBody>
      </p:sp>
      <p:sp>
        <p:nvSpPr>
          <p:cNvPr id="156" name="对象"/>
          <p:cNvSpPr>
            <a:spLocks noGrp="1"/>
          </p:cNvSpPr>
          <p:nvPr>
            <p:ph type="sldImg"/>
          </p:nvPr>
        </p:nvSpPr>
        <p:spPr>
          <a:xfrm rot="0">
            <a:off x="4038600" y="857250"/>
            <a:ext cx="4114800" cy="2314575"/>
          </a:xfrm>
          <a:prstGeom prst="rect"/>
          <a:noFill/>
          <a:ln w="12700" cmpd="sng" cap="flat">
            <a:noFill/>
            <a:prstDash val="solid"/>
            <a:miter/>
          </a:ln>
        </p:spPr>
      </p:sp>
      <p:sp>
        <p:nvSpPr>
          <p:cNvPr id="157"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770017397"/>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9</a:t>
            </a:fld>
            <a:endParaRPr lang="zh-CN" altLang="en-US" sz="1200">
              <a:latin typeface="Calibri" pitchFamily="0" charset="0"/>
              <a:ea typeface="等线" pitchFamily="0" charset="0"/>
              <a:cs typeface="Calibri" pitchFamily="0" charset="0"/>
            </a:endParaRPr>
          </a:p>
        </p:txBody>
      </p:sp>
      <p:sp>
        <p:nvSpPr>
          <p:cNvPr id="166" name="对象"/>
          <p:cNvSpPr>
            <a:spLocks noGrp="1"/>
          </p:cNvSpPr>
          <p:nvPr>
            <p:ph type="sldImg"/>
          </p:nvPr>
        </p:nvSpPr>
        <p:spPr>
          <a:xfrm rot="0">
            <a:off x="4038600" y="857250"/>
            <a:ext cx="4114800" cy="2314575"/>
          </a:xfrm>
          <a:prstGeom prst="rect"/>
          <a:noFill/>
          <a:ln w="12700" cmpd="sng" cap="flat">
            <a:noFill/>
            <a:prstDash val="solid"/>
            <a:miter/>
          </a:ln>
        </p:spPr>
      </p:sp>
      <p:sp>
        <p:nvSpPr>
          <p:cNvPr id="167"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632181327"/>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10</a:t>
            </a:fld>
            <a:endParaRPr lang="zh-CN" altLang="en-US" sz="1200">
              <a:latin typeface="Calibri" pitchFamily="0" charset="0"/>
              <a:ea typeface="等线" pitchFamily="0" charset="0"/>
              <a:cs typeface="Calibri" pitchFamily="0" charset="0"/>
            </a:endParaRPr>
          </a:p>
        </p:txBody>
      </p:sp>
      <p:sp>
        <p:nvSpPr>
          <p:cNvPr id="174" name="对象"/>
          <p:cNvSpPr>
            <a:spLocks noGrp="1"/>
          </p:cNvSpPr>
          <p:nvPr>
            <p:ph type="sldImg"/>
          </p:nvPr>
        </p:nvSpPr>
        <p:spPr>
          <a:xfrm rot="0">
            <a:off x="4038600" y="857250"/>
            <a:ext cx="4114800" cy="2314575"/>
          </a:xfrm>
          <a:prstGeom prst="rect"/>
          <a:noFill/>
          <a:ln w="12700" cmpd="sng" cap="flat">
            <a:noFill/>
            <a:prstDash val="solid"/>
            <a:miter/>
          </a:ln>
        </p:spPr>
      </p:sp>
      <p:sp>
        <p:nvSpPr>
          <p:cNvPr id="175"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231886735"/>
      </p:ext>
    </p:extLst>
  </p:cSld>
  <p:clrMapOvr>
    <a:masterClrMapping/>
  </p:clrMapOvr>
</p:notes>
</file>

<file path=ppt/notesSlides/notesSlide1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11</a:t>
            </a:fld>
            <a:endParaRPr lang="zh-CN" altLang="en-US" sz="1200">
              <a:latin typeface="Calibri" pitchFamily="0" charset="0"/>
              <a:ea typeface="等线" pitchFamily="0" charset="0"/>
              <a:cs typeface="Calibri" pitchFamily="0" charset="0"/>
            </a:endParaRPr>
          </a:p>
        </p:txBody>
      </p:sp>
      <p:sp>
        <p:nvSpPr>
          <p:cNvPr id="182" name="对象"/>
          <p:cNvSpPr>
            <a:spLocks noGrp="1"/>
          </p:cNvSpPr>
          <p:nvPr>
            <p:ph type="sldImg"/>
          </p:nvPr>
        </p:nvSpPr>
        <p:spPr>
          <a:xfrm rot="0">
            <a:off x="4038600" y="857250"/>
            <a:ext cx="4114800" cy="2314575"/>
          </a:xfrm>
          <a:prstGeom prst="rect"/>
          <a:noFill/>
          <a:ln w="12700" cmpd="sng" cap="flat">
            <a:noFill/>
            <a:prstDash val="solid"/>
            <a:miter/>
          </a:ln>
        </p:spPr>
      </p:sp>
      <p:sp>
        <p:nvSpPr>
          <p:cNvPr id="183"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566906697"/>
      </p:ext>
    </p:extLst>
  </p:cSld>
  <p:clrMapOvr>
    <a:masterClrMapping/>
  </p:clrMapOvr>
</p:notes>
</file>

<file path=ppt/notesSlides/notesSlide1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 name="文本框"/>
          <p:cNvSpPr>
            <a:spLocks noGrp="1"/>
          </p:cNvSpPr>
          <p:nvPr>
            <p:ph type="sldNum" idx="5"/>
          </p:nvPr>
        </p:nvSpPr>
        <p:spPr>
          <a:xfrm rot="0">
            <a:off x="6905625" y="6513513"/>
            <a:ext cx="5283200" cy="3444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12</a:t>
            </a:fld>
            <a:endParaRPr lang="zh-CN" altLang="en-US" sz="1200">
              <a:latin typeface="Calibri" pitchFamily="0" charset="0"/>
              <a:ea typeface="等线" pitchFamily="0" charset="0"/>
              <a:cs typeface="Calibri" pitchFamily="0" charset="0"/>
            </a:endParaRPr>
          </a:p>
        </p:txBody>
      </p:sp>
      <p:sp>
        <p:nvSpPr>
          <p:cNvPr id="186" name="对象"/>
          <p:cNvSpPr>
            <a:spLocks noGrp="1"/>
          </p:cNvSpPr>
          <p:nvPr>
            <p:ph type="sldImg"/>
          </p:nvPr>
        </p:nvSpPr>
        <p:spPr>
          <a:xfrm rot="0">
            <a:off x="4038600" y="857250"/>
            <a:ext cx="4114800" cy="2314575"/>
          </a:xfrm>
          <a:prstGeom prst="rect"/>
          <a:noFill/>
          <a:ln w="12700" cmpd="sng" cap="flat">
            <a:noFill/>
            <a:prstDash val="solid"/>
            <a:miter/>
          </a:ln>
        </p:spPr>
      </p:sp>
      <p:sp>
        <p:nvSpPr>
          <p:cNvPr id="187" name="文本框"/>
          <p:cNvSpPr>
            <a:spLocks noGrp="1"/>
          </p:cNvSpPr>
          <p:nvPr>
            <p:ph type="body" idx="1"/>
          </p:nvPr>
        </p:nvSpPr>
        <p:spPr>
          <a:xfrm rot="0">
            <a:off x="1219200" y="3300412"/>
            <a:ext cx="9753600" cy="2700337"/>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463008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648642569"/>
      </p:ext>
    </p:extLst>
  </p:cSld>
  <p:clrMapOvr>
    <a:masterClrMapping/>
  </p:clrMapOvr>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607519930"/>
      </p:ext>
    </p:extLst>
  </p:cSld>
  <p:clrMapOvr>
    <a:masterClrMapping xmlns:a="http://schemas.openxmlformats.org/drawingml/2006/main"/>
  </p:clrMapOvr>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873024268"/>
      </p:ext>
    </p:extLst>
  </p:cSld>
  <p:clrMapOvr>
    <a:masterClrMapping xmlns:a="http://schemas.openxmlformats.org/drawingml/2006/main"/>
  </p:clrMapOvr>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381456633"/>
      </p:ext>
    </p:extLst>
  </p:cSld>
  <p:clrMapOvr>
    <a:masterClrMapping xmlns:a="http://schemas.openxmlformats.org/drawingml/2006/main"/>
  </p:clrMapOvr>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7"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8"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9"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833690589"/>
      </p:ext>
    </p:extLst>
  </p:cSld>
  <p:clrMapOvr>
    <a:masterClrMapping xmlns:a="http://schemas.openxmlformats.org/drawingml/2006/main"/>
  </p:clrMapOvr>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4"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5"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450879722"/>
      </p:ext>
    </p:extLst>
  </p:cSld>
  <p:clrMapOvr>
    <a:masterClrMapping xmlns:a="http://schemas.openxmlformats.org/drawingml/2006/main"/>
  </p:clrMapOvr>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3"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4"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863792299"/>
      </p:ext>
    </p:extLst>
  </p:cSld>
  <p:clrMapOvr>
    <a:masterClrMapping xmlns:a="http://schemas.openxmlformats.org/drawingml/2006/main"/>
  </p:clrMapOvr>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67548617"/>
      </p:ext>
    </p:extLst>
  </p:cSld>
  <p:clrMapOvr>
    <a:masterClrMapping xmlns:a="http://schemas.openxmlformats.org/drawingml/2006/main"/>
  </p:clrMapOvr>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5"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6"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698228922"/>
      </p:ext>
    </p:extLst>
  </p:cSld>
  <p:clrMapOvr>
    <a:masterClrMapping xmlns:a="http://schemas.openxmlformats.org/drawingml/2006/main"/>
  </p:clrMapOvr>
</p:sldLayout>
</file>

<file path=ppt/slideLayouts/slideLayout10.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296731893"/>
      </p:ext>
    </p:extLst>
  </p:cSld>
  <p:clrMapOvr>
    <a:masterClrMapping xmlns:a="http://schemas.openxmlformats.org/drawingml/2006/main"/>
  </p:clrMapOvr>
</p:sldLayout>
</file>

<file path=ppt/slideLayouts/slideLayout11.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dt" sz="half" idx="10"/>
          </p:nvPr>
        </p:nvSpPr>
        <p:spPr/>
        <p:txBody>
          <a:bodyPr xmlns:a="http://schemas.openxmlformats.org/drawingml/2006/main"/>
          <a:lstStyle xmlns:a="http://schemas.openxmlformats.org/drawingml/2006/main"/>
          <a:p xmlns:a="http://schemas.openxmlformats.org/drawingml/2006/main">
            <a:fld id="{72514870-5082-4025-BC8A-5E070B8EB77D}" type="datetimeFigureOut">
              <a:rPr lang="zh-CN" altLang="en-US" smtClean="0"/>
              <a:t/>
            </a:fld>
            <a:endParaRPr lang="zh-CN" altLang="en-US"/>
          </a:p>
        </p:txBody>
      </p:sp>
      <p:sp>
        <p:nvSpPr>
          <p:cNvPr id="5" name="文本框"/>
          <p:cNvSpPr>
            <a:spLocks xmlns:a="http://schemas.openxmlformats.org/drawingml/2006/main" noGrp="1"/>
          </p:cNvSpPr>
          <p:nvPr>
            <p:ph type="ftr" sz="quarter" idx="11"/>
          </p:nvPr>
        </p:nvSpPr>
        <p:spPr/>
        <p:txBody>
          <a:bodyPr xmlns:a="http://schemas.openxmlformats.org/drawingml/2006/main"/>
          <a:lstStyle xmlns:a="http://schemas.openxmlformats.org/drawingml/2006/main"/>
          <a:p xmlns:a="http://schemas.openxmlformats.org/drawingml/2006/main">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215226675"/>
      </p:ext>
    </p:extLst>
  </p:cSld>
  <p:clrMapOvr>
    <a:masterClrMapping xmlns:a="http://schemas.openxmlformats.org/drawingml/2006/main"/>
  </p:clrMapOvr>
</p:sldLayout>
</file>

<file path=ppt/slideLayouts/slideLayout12.xml><?xml version="1.0" encoding="utf-8"?>
<p:sldLayout xmlns:p="http://schemas.openxmlformats.org/presentationml/2006/main" showMasterSp="0" preserve="1">
  <p:cSld name="自定义版式">
    <p:bg>
      <p:bgPr>
        <a:solidFill xmlns:a="http://schemas.openxmlformats.org/drawingml/2006/main">
          <a:schemeClr val="bg1"/>
        </a:solidFill>
      </p:bgPr>
    </p:bg>
    <p:spTree>
      <p:nvGrpSpPr>
        <p:cNvPr id="1" name=""/>
        <p:cNvGrpSpPr/>
        <p:nvPr/>
      </p:nvGrpSpPr>
      <p:grpSpPr>
        <a:xfrm xmlns:a="http://schemas.openxmlformats.org/drawingml/2006/main">
          <a:off x="0" y="0"/>
          <a:ext cx="0" cy="0"/>
          <a:chOff x="0" y="0"/>
          <a:chExt cx="0" cy="0"/>
        </a:xfrm>
      </p:grpSpPr>
      <p:sp>
        <p:nvSpPr>
          <p:cNvPr id="23" name="曲线"/>
          <p:cNvSpPr>
            <a:spLocks xmlns:a="http://schemas.openxmlformats.org/drawingml/2006/main"/>
          </p:cNvSpPr>
          <p:nvPr/>
        </p:nvSpPr>
        <p:spPr>
          <a:xfrm xmlns:a="http://schemas.openxmlformats.org/drawingml/2006/main" rot="0">
            <a:off x="9377426" y="4825"/>
            <a:ext cx="1218563" cy="6853554"/>
          </a:xfrm>
          <a:custGeom xmlns:a="http://schemas.openxmlformats.org/drawingml/2006/main">
            <a:gdLst>
              <a:gd name="T1" fmla="*/ 0 w 21600"/>
              <a:gd name="T2" fmla="*/ 0 h 21600"/>
              <a:gd name="T3" fmla="*/ 21600 w 21600"/>
              <a:gd name="T4" fmla="*/ 21600 h 21600"/>
            </a:gdLst>
            <a:rect l="T1" t="T2" r="T3" b="T4"/>
            <a:pathLst>
              <a:path w="21600" h="21600">
                <a:moveTo>
                  <a:pt x="0" y="0"/>
                </a:moveTo>
                <a:lnTo>
                  <a:pt x="21596" y="21596"/>
                </a:lnTo>
              </a:path>
            </a:pathLst>
          </a:custGeom>
          <a:noFill xmlns:a="http://schemas.openxmlformats.org/drawingml/2006/main"/>
          <a:ln xmlns:a="http://schemas.openxmlformats.org/drawingml/2006/main" w="9525" cmpd="sng" cap="flat">
            <a:solidFill>
              <a:srgbClr val="5FCAEE"/>
            </a:solidFill>
            <a:prstDash val="solid"/>
            <a:round/>
          </a:ln>
        </p:spPr>
      </p:sp>
      <p:sp>
        <p:nvSpPr>
          <p:cNvPr id="24" name="曲线"/>
          <p:cNvSpPr>
            <a:spLocks xmlns:a="http://schemas.openxmlformats.org/drawingml/2006/main"/>
          </p:cNvSpPr>
          <p:nvPr/>
        </p:nvSpPr>
        <p:spPr>
          <a:xfrm xmlns:a="http://schemas.openxmlformats.org/drawingml/2006/main" rot="0">
            <a:off x="7448612" y="3694896"/>
            <a:ext cx="4743450" cy="3163570"/>
          </a:xfrm>
          <a:custGeom xmlns:a="http://schemas.openxmlformats.org/drawingml/2006/main">
            <a:gdLst>
              <a:gd name="T1" fmla="*/ 0 w 21600"/>
              <a:gd name="T2" fmla="*/ 0 h 21600"/>
              <a:gd name="T3" fmla="*/ 21600 w 21600"/>
              <a:gd name="T4" fmla="*/ 21600 h 21600"/>
            </a:gdLst>
            <a:rect l="T1" t="T2" r="T3" b="T4"/>
            <a:pathLst>
              <a:path w="21600" h="21600">
                <a:moveTo>
                  <a:pt x="21599" y="0"/>
                </a:moveTo>
                <a:lnTo>
                  <a:pt x="0" y="21595"/>
                </a:lnTo>
              </a:path>
            </a:pathLst>
          </a:custGeom>
          <a:noFill xmlns:a="http://schemas.openxmlformats.org/drawingml/2006/main"/>
          <a:ln xmlns:a="http://schemas.openxmlformats.org/drawingml/2006/main" w="9525" cmpd="sng" cap="flat">
            <a:solidFill>
              <a:srgbClr val="5FCAEE"/>
            </a:solidFill>
            <a:prstDash val="solid"/>
            <a:round/>
          </a:ln>
        </p:spPr>
      </p:sp>
      <p:sp>
        <p:nvSpPr>
          <p:cNvPr id="25" name="曲线"/>
          <p:cNvSpPr>
            <a:spLocks xmlns:a="http://schemas.openxmlformats.org/drawingml/2006/main"/>
          </p:cNvSpPr>
          <p:nvPr/>
        </p:nvSpPr>
        <p:spPr>
          <a:xfrm xmlns:a="http://schemas.openxmlformats.org/drawingml/2006/main" rot="0">
            <a:off x="9182100" y="0"/>
            <a:ext cx="3009898" cy="6858000"/>
          </a:xfrm>
          <a:custGeom xmlns:a="http://schemas.openxmlformats.org/drawingml/2006/main">
            <a:gdLst>
              <a:gd name="T1" fmla="*/ 0 w 21600"/>
              <a:gd name="T2" fmla="*/ 0 h 21600"/>
              <a:gd name="T3" fmla="*/ 21600 w 21600"/>
              <a:gd name="T4" fmla="*/ 21600 h 21600"/>
            </a:gdLst>
            <a:rect l="T1" t="T2" r="T3" b="T4"/>
            <a:pathLst>
              <a:path w="21600" h="21600">
                <a:moveTo>
                  <a:pt x="21599" y="0"/>
                </a:moveTo>
                <a:lnTo>
                  <a:pt x="14671" y="0"/>
                </a:lnTo>
                <a:lnTo>
                  <a:pt x="0" y="21599"/>
                </a:lnTo>
                <a:lnTo>
                  <a:pt x="21599" y="21599"/>
                </a:lnTo>
                <a:lnTo>
                  <a:pt x="21599" y="0"/>
                </a:lnTo>
                <a:close/>
              </a:path>
            </a:pathLst>
          </a:custGeom>
          <a:solidFill xmlns:a="http://schemas.openxmlformats.org/drawingml/2006/main">
            <a:srgbClr val="5FCAEE">
              <a:alpha val="36000"/>
            </a:srgbClr>
          </a:solidFill>
          <a:ln xmlns:a="http://schemas.openxmlformats.org/drawingml/2006/main" cmpd="sng" cap="flat">
            <a:noFill/>
            <a:prstDash val="solid"/>
            <a:miter/>
          </a:ln>
        </p:spPr>
      </p:sp>
      <p:sp>
        <p:nvSpPr>
          <p:cNvPr id="26" name="曲线"/>
          <p:cNvSpPr>
            <a:spLocks xmlns:a="http://schemas.openxmlformats.org/drawingml/2006/main"/>
          </p:cNvSpPr>
          <p:nvPr/>
        </p:nvSpPr>
        <p:spPr>
          <a:xfrm xmlns:a="http://schemas.openxmlformats.org/drawingml/2006/main" rot="0">
            <a:off x="9602878" y="0"/>
            <a:ext cx="2589527" cy="6858000"/>
          </a:xfrm>
          <a:custGeom xmlns:a="http://schemas.openxmlformats.org/drawingml/2006/main">
            <a:gdLst>
              <a:gd name="T1" fmla="*/ 0 w 21600"/>
              <a:gd name="T2" fmla="*/ 0 h 21600"/>
              <a:gd name="T3" fmla="*/ 21600 w 21600"/>
              <a:gd name="T4" fmla="*/ 21600 h 21600"/>
            </a:gdLst>
            <a:rect l="T1" t="T2" r="T3" b="T4"/>
            <a:pathLst>
              <a:path w="21600" h="21600">
                <a:moveTo>
                  <a:pt x="21596" y="0"/>
                </a:moveTo>
                <a:lnTo>
                  <a:pt x="0" y="0"/>
                </a:lnTo>
                <a:lnTo>
                  <a:pt x="10083" y="21599"/>
                </a:lnTo>
                <a:lnTo>
                  <a:pt x="21596" y="21599"/>
                </a:lnTo>
                <a:lnTo>
                  <a:pt x="21596" y="0"/>
                </a:lnTo>
                <a:close/>
              </a:path>
            </a:pathLst>
          </a:custGeom>
          <a:solidFill xmlns:a="http://schemas.openxmlformats.org/drawingml/2006/main">
            <a:srgbClr val="5FCAEE">
              <a:alpha val="20000"/>
            </a:srgbClr>
          </a:solidFill>
          <a:ln xmlns:a="http://schemas.openxmlformats.org/drawingml/2006/main" cmpd="sng" cap="flat">
            <a:noFill/>
            <a:prstDash val="solid"/>
            <a:miter/>
          </a:ln>
        </p:spPr>
      </p:sp>
      <p:sp>
        <p:nvSpPr>
          <p:cNvPr id="27" name="曲线"/>
          <p:cNvSpPr>
            <a:spLocks xmlns:a="http://schemas.openxmlformats.org/drawingml/2006/main"/>
          </p:cNvSpPr>
          <p:nvPr/>
        </p:nvSpPr>
        <p:spPr>
          <a:xfrm xmlns:a="http://schemas.openxmlformats.org/drawingml/2006/main" rot="0">
            <a:off x="8934450" y="3048000"/>
            <a:ext cx="3257550" cy="3810000"/>
          </a:xfrm>
          <a:custGeom xmlns:a="http://schemas.openxmlformats.org/drawingml/2006/main">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xmlns:a="http://schemas.openxmlformats.org/drawingml/2006/main">
            <a:srgbClr val="17AFE3">
              <a:alpha val="66000"/>
            </a:srgbClr>
          </a:solidFill>
          <a:ln xmlns:a="http://schemas.openxmlformats.org/drawingml/2006/main" cmpd="sng" cap="flat">
            <a:noFill/>
            <a:prstDash val="solid"/>
            <a:miter/>
          </a:ln>
        </p:spPr>
      </p:sp>
      <p:sp>
        <p:nvSpPr>
          <p:cNvPr id="28" name="曲线"/>
          <p:cNvSpPr>
            <a:spLocks xmlns:a="http://schemas.openxmlformats.org/drawingml/2006/main"/>
          </p:cNvSpPr>
          <p:nvPr/>
        </p:nvSpPr>
        <p:spPr>
          <a:xfrm xmlns:a="http://schemas.openxmlformats.org/drawingml/2006/main" rot="0">
            <a:off x="9337930" y="0"/>
            <a:ext cx="2854323" cy="6858000"/>
          </a:xfrm>
          <a:custGeom xmlns:a="http://schemas.openxmlformats.org/drawingml/2006/main">
            <a:gdLst>
              <a:gd name="T1" fmla="*/ 0 w 21600"/>
              <a:gd name="T2" fmla="*/ 0 h 21600"/>
              <a:gd name="T3" fmla="*/ 21600 w 21600"/>
              <a:gd name="T4" fmla="*/ 21600 h 21600"/>
            </a:gdLst>
            <a:rect l="T1" t="T2" r="T3" b="T4"/>
            <a:pathLst>
              <a:path w="21600" h="21600">
                <a:moveTo>
                  <a:pt x="21598" y="0"/>
                </a:moveTo>
                <a:lnTo>
                  <a:pt x="0" y="0"/>
                </a:lnTo>
                <a:lnTo>
                  <a:pt x="18689" y="21599"/>
                </a:lnTo>
                <a:lnTo>
                  <a:pt x="21598" y="21599"/>
                </a:lnTo>
                <a:lnTo>
                  <a:pt x="21598" y="0"/>
                </a:lnTo>
                <a:close/>
              </a:path>
            </a:pathLst>
          </a:custGeom>
          <a:solidFill xmlns:a="http://schemas.openxmlformats.org/drawingml/2006/main">
            <a:srgbClr val="17AFE3">
              <a:alpha val="50000"/>
            </a:srgbClr>
          </a:solidFill>
          <a:ln xmlns:a="http://schemas.openxmlformats.org/drawingml/2006/main" cmpd="sng" cap="flat">
            <a:noFill/>
            <a:prstDash val="solid"/>
            <a:miter/>
          </a:ln>
        </p:spPr>
      </p:sp>
      <p:sp>
        <p:nvSpPr>
          <p:cNvPr id="29" name="曲线"/>
          <p:cNvSpPr>
            <a:spLocks xmlns:a="http://schemas.openxmlformats.org/drawingml/2006/main"/>
          </p:cNvSpPr>
          <p:nvPr/>
        </p:nvSpPr>
        <p:spPr>
          <a:xfrm xmlns:a="http://schemas.openxmlformats.org/drawingml/2006/main" rot="0">
            <a:off x="10896601" y="0"/>
            <a:ext cx="1295400" cy="6858000"/>
          </a:xfrm>
          <a:custGeom xmlns:a="http://schemas.openxmlformats.org/drawingml/2006/main">
            <a:gdLst>
              <a:gd name="T1" fmla="*/ 0 w 21600"/>
              <a:gd name="T2" fmla="*/ 0 h 21600"/>
              <a:gd name="T3" fmla="*/ 21600 w 21600"/>
              <a:gd name="T4" fmla="*/ 21600 h 21600"/>
            </a:gdLst>
            <a:rect l="T1" t="T2" r="T3" b="T4"/>
            <a:pathLst>
              <a:path w="21600" h="21600">
                <a:moveTo>
                  <a:pt x="21598" y="0"/>
                </a:moveTo>
                <a:lnTo>
                  <a:pt x="17047" y="0"/>
                </a:lnTo>
                <a:lnTo>
                  <a:pt x="0" y="21599"/>
                </a:lnTo>
                <a:lnTo>
                  <a:pt x="21598" y="21599"/>
                </a:lnTo>
                <a:lnTo>
                  <a:pt x="21598" y="0"/>
                </a:lnTo>
                <a:close/>
              </a:path>
            </a:pathLst>
          </a:custGeom>
          <a:solidFill xmlns:a="http://schemas.openxmlformats.org/drawingml/2006/main">
            <a:srgbClr val="2D83C3">
              <a:alpha val="70000"/>
            </a:srgbClr>
          </a:solidFill>
          <a:ln xmlns:a="http://schemas.openxmlformats.org/drawingml/2006/main" cmpd="sng" cap="flat">
            <a:noFill/>
            <a:prstDash val="solid"/>
            <a:miter/>
          </a:ln>
        </p:spPr>
      </p:sp>
      <p:sp>
        <p:nvSpPr>
          <p:cNvPr id="30" name="曲线"/>
          <p:cNvSpPr>
            <a:spLocks xmlns:a="http://schemas.openxmlformats.org/drawingml/2006/main"/>
          </p:cNvSpPr>
          <p:nvPr/>
        </p:nvSpPr>
        <p:spPr>
          <a:xfrm xmlns:a="http://schemas.openxmlformats.org/drawingml/2006/main" rot="0">
            <a:off x="10936247" y="0"/>
            <a:ext cx="1256027" cy="6858000"/>
          </a:xfrm>
          <a:custGeom xmlns:a="http://schemas.openxmlformats.org/drawingml/2006/main">
            <a:gdLst>
              <a:gd name="T1" fmla="*/ 0 w 21600"/>
              <a:gd name="T2" fmla="*/ 0 h 21600"/>
              <a:gd name="T3" fmla="*/ 21600 w 21600"/>
              <a:gd name="T4" fmla="*/ 21600 h 21600"/>
            </a:gdLst>
            <a:rect l="T1" t="T2" r="T3" b="T4"/>
            <a:pathLst>
              <a:path w="21600" h="21600">
                <a:moveTo>
                  <a:pt x="21595" y="0"/>
                </a:moveTo>
                <a:lnTo>
                  <a:pt x="0" y="0"/>
                </a:lnTo>
                <a:lnTo>
                  <a:pt x="19165" y="21599"/>
                </a:lnTo>
                <a:lnTo>
                  <a:pt x="21595" y="21599"/>
                </a:lnTo>
                <a:lnTo>
                  <a:pt x="21595" y="0"/>
                </a:lnTo>
                <a:close/>
              </a:path>
            </a:pathLst>
          </a:custGeom>
          <a:solidFill xmlns:a="http://schemas.openxmlformats.org/drawingml/2006/main">
            <a:srgbClr val="226192">
              <a:alpha val="80000"/>
            </a:srgbClr>
          </a:solidFill>
          <a:ln xmlns:a="http://schemas.openxmlformats.org/drawingml/2006/main" cmpd="sng" cap="flat">
            <a:noFill/>
            <a:prstDash val="solid"/>
            <a:miter/>
          </a:ln>
        </p:spPr>
      </p:sp>
      <p:sp>
        <p:nvSpPr>
          <p:cNvPr id="31" name="曲线"/>
          <p:cNvSpPr>
            <a:spLocks xmlns:a="http://schemas.openxmlformats.org/drawingml/2006/main"/>
          </p:cNvSpPr>
          <p:nvPr/>
        </p:nvSpPr>
        <p:spPr>
          <a:xfrm xmlns:a="http://schemas.openxmlformats.org/drawingml/2006/main" rot="0">
            <a:off x="10372725" y="3590925"/>
            <a:ext cx="1819275" cy="3267075"/>
          </a:xfrm>
          <a:custGeom xmlns:a="http://schemas.openxmlformats.org/drawingml/2006/main">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xmlns:a="http://schemas.openxmlformats.org/drawingml/2006/main">
            <a:srgbClr val="17AFE3">
              <a:alpha val="66000"/>
            </a:srgbClr>
          </a:solidFill>
          <a:ln xmlns:a="http://schemas.openxmlformats.org/drawingml/2006/main" cmpd="sng" cap="flat">
            <a:noFill/>
            <a:prstDash val="solid"/>
            <a:miter/>
          </a:ln>
        </p:spPr>
      </p:sp>
      <p:sp>
        <p:nvSpPr>
          <p:cNvPr id="32" name="曲线"/>
          <p:cNvSpPr>
            <a:spLocks xmlns:a="http://schemas.openxmlformats.org/drawingml/2006/main"/>
          </p:cNvSpPr>
          <p:nvPr/>
        </p:nvSpPr>
        <p:spPr>
          <a:xfrm xmlns:a="http://schemas.openxmlformats.org/drawingml/2006/main" rot="0">
            <a:off x="0" y="4010025"/>
            <a:ext cx="447674" cy="2847975"/>
          </a:xfrm>
          <a:custGeom xmlns:a="http://schemas.openxmlformats.org/drawingml/2006/main">
            <a:gdLst>
              <a:gd name="T1" fmla="*/ 0 w 21600"/>
              <a:gd name="T2" fmla="*/ 0 h 21600"/>
              <a:gd name="T3" fmla="*/ 21600 w 21600"/>
              <a:gd name="T4" fmla="*/ 21600 h 21600"/>
            </a:gdLst>
            <a:rect l="T1" t="T2" r="T3" b="T4"/>
            <a:pathLst>
              <a:path w="21600" h="21600">
                <a:moveTo>
                  <a:pt x="0" y="0"/>
                </a:moveTo>
                <a:lnTo>
                  <a:pt x="0" y="21600"/>
                </a:lnTo>
                <a:lnTo>
                  <a:pt x="21600" y="21600"/>
                </a:lnTo>
                <a:lnTo>
                  <a:pt x="0" y="0"/>
                </a:lnTo>
                <a:close/>
              </a:path>
            </a:pathLst>
          </a:custGeom>
          <a:solidFill xmlns:a="http://schemas.openxmlformats.org/drawingml/2006/main">
            <a:srgbClr val="5FCAEE">
              <a:alpha val="70000"/>
            </a:srgbClr>
          </a:solidFill>
          <a:ln xmlns:a="http://schemas.openxmlformats.org/drawingml/2006/main" cmpd="sng" cap="flat">
            <a:noFill/>
            <a:prstDash val="solid"/>
            <a:miter/>
          </a:ln>
        </p:spPr>
      </p:sp>
      <p:sp>
        <p:nvSpPr>
          <p:cNvPr id="33" name="文本框"/>
          <p:cNvSpPr>
            <a:spLocks xmlns:a="http://schemas.openxmlformats.org/drawingml/2006/main" noGrp="1"/>
          </p:cNvSpPr>
          <p:nvPr>
            <p:ph type="title"/>
          </p:nvPr>
        </p:nvSpPr>
        <p:spPr>
          <a:xfrm xmlns:a="http://schemas.openxmlformats.org/drawingml/2006/main" rot="0">
            <a:off x="3195573" y="2067305"/>
            <a:ext cx="5800851" cy="518159"/>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t" anchorCtr="0">
            <a:prstTxWarp prst="textNoShape"/>
            <a:spAutoFit/>
          </a:bodyPr>
          <a:lstStyle xmlns:a="http://schemas.openxmlformats.org/drawingml/2006/main"/>
          <a:p xmlns:a="http://schemas.openxmlformats.org/drawingml/2006/main">
            <a:endParaRPr lang="zh-CN" altLang="en-US" sz="3200" b="0" i="0">
              <a:solidFill>
                <a:schemeClr val="tx1"/>
              </a:solidFill>
              <a:latin typeface="Trebuchet MS" pitchFamily="0" charset="0"/>
              <a:cs typeface="Trebuchet MS" pitchFamily="0" charset="0"/>
            </a:endParaRPr>
          </a:p>
        </p:txBody>
      </p:sp>
      <p:sp>
        <p:nvSpPr>
          <p:cNvPr id="34" name="文本框"/>
          <p:cNvSpPr>
            <a:spLocks xmlns:a="http://schemas.openxmlformats.org/drawingml/2006/main" noGrp="1"/>
          </p:cNvSpPr>
          <p:nvPr>
            <p:ph type="body" idx="4"/>
          </p:nvPr>
        </p:nvSpPr>
        <p:spPr>
          <a:xfrm xmlns:a="http://schemas.openxmlformats.org/drawingml/2006/main" rot="0">
            <a:off x="1828800" y="3840480"/>
            <a:ext cx="8534401" cy="1714499"/>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t" anchorCtr="0">
            <a:prstTxWarp prst="textNoShape"/>
            <a:spAutoFit/>
          </a:bodyPr>
          <a:lstStyle xmlns:a="http://schemas.openxmlformats.org/drawingml/2006/main"/>
          <a:p xmlns:a="http://schemas.openxmlformats.org/drawingml/2006/main">
            <a:endParaRPr lang="zh-CN" altLang="en-US"/>
          </a:p>
        </p:txBody>
      </p:sp>
      <p:sp>
        <p:nvSpPr>
          <p:cNvPr id="35" name="文本框"/>
          <p:cNvSpPr>
            <a:spLocks xmlns:a="http://schemas.openxmlformats.org/drawingml/2006/main" noGrp="1"/>
          </p:cNvSpPr>
          <p:nvPr>
            <p:ph type="ftr" idx="5"/>
          </p:nvPr>
        </p:nvSpPr>
        <p:spPr>
          <a:xfrm xmlns:a="http://schemas.openxmlformats.org/drawingml/2006/main" rot="0">
            <a:off x="4145279" y="6377940"/>
            <a:ext cx="3901439" cy="342900"/>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algn="ctr"/>
            <a:endParaRPr lang="zh-CN" altLang="en-US">
              <a:solidFill>
                <a:srgbClr val="898989"/>
              </a:solidFill>
              <a:latin typeface="Calibri" pitchFamily="0" charset="0"/>
              <a:ea typeface="宋体" pitchFamily="0" charset="0"/>
              <a:cs typeface="Calibri" pitchFamily="0" charset="0"/>
            </a:endParaRPr>
          </a:p>
        </p:txBody>
      </p:sp>
      <p:sp>
        <p:nvSpPr>
          <p:cNvPr id="36" name="文本框"/>
          <p:cNvSpPr>
            <a:spLocks xmlns:a="http://schemas.openxmlformats.org/drawingml/2006/main" noGrp="1"/>
          </p:cNvSpPr>
          <p:nvPr>
            <p:ph type="dt" idx="6"/>
          </p:nvPr>
        </p:nvSpPr>
        <p:spPr>
          <a:xfrm xmlns:a="http://schemas.openxmlformats.org/drawingml/2006/main" rot="0">
            <a:off x="609600" y="6377940"/>
            <a:ext cx="2804160" cy="342900"/>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algn="l"/>
            <a:endParaRPr lang="zh-CN" altLang="en-US">
              <a:solidFill>
                <a:srgbClr val="898989"/>
              </a:solidFill>
              <a:latin typeface="Calibri" pitchFamily="0" charset="0"/>
              <a:ea typeface="宋体" pitchFamily="0" charset="0"/>
              <a:cs typeface="Calibri" pitchFamily="0" charset="0"/>
            </a:endParaRPr>
          </a:p>
        </p:txBody>
      </p:sp>
      <p:sp>
        <p:nvSpPr>
          <p:cNvPr id="37" name="文本框"/>
          <p:cNvSpPr>
            <a:spLocks xmlns:a="http://schemas.openxmlformats.org/drawingml/2006/main" noGrp="1"/>
          </p:cNvSpPr>
          <p:nvPr>
            <p:ph type="sldNum" idx="7"/>
          </p:nvPr>
        </p:nvSpPr>
        <p:spPr>
          <a:xfrm xmlns:a="http://schemas.openxmlformats.org/drawingml/2006/main" rot="0">
            <a:off x="11353418" y="6473336"/>
            <a:ext cx="151129" cy="191770"/>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marL="38100" indent="0">
              <a:lnSpc>
                <a:spcPct val="100000"/>
              </a:lnSpc>
              <a:spcBef>
                <a:spcPts val="55"/>
              </a:spcBef>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&lt;#&gt;</a:t>
            </a:fld>
            <a:endParaRPr lang="zh-CN" altLang="en-US" sz="1100" b="0" i="0" spc="10">
              <a:solidFill>
                <a:srgbClr val="2D936B"/>
              </a:solidFill>
              <a:latin typeface="Trebuchet MS" pitchFamily="0" charset="0"/>
              <a:ea typeface="宋体" pitchFamily="0" charset="0"/>
              <a:cs typeface="Trebuchet MS" pitchFamily="0" charset="0"/>
            </a:endParaRPr>
          </a:p>
        </p:txBody>
      </p:sp>
    </p:spTree>
    <p:extLst>
      <p:ext uri="{BB962C8B-B14F-4D97-AF65-F5344CB8AC3E}">
        <p14:creationId xmlns:p14="http://schemas.microsoft.com/office/powerpoint/2010/main" val="1794317808"/>
      </p:ext>
    </p:extLst>
  </p:cSld>
  <p:clrMapOvr>
    <a:masterClrMapping xmlns:a="http://schemas.openxmlformats.org/drawingml/2006/main"/>
  </p:clrMapOvr>
</p:sldLayout>
</file>

<file path=ppt/slideLayouts/slideLayout13.xml><?xml version="1.0" encoding="utf-8"?>
<p:sldLayout xmlns:p="http://schemas.openxmlformats.org/presentationml/2006/main" showMasterSp="0" preserve="1">
  <p:cSld name="自定义版式">
    <p:bg>
      <p:bgPr>
        <a:solidFill xmlns:a="http://schemas.openxmlformats.org/drawingml/2006/main">
          <a:schemeClr val="bg1"/>
        </a:solidFill>
      </p:bgPr>
    </p:bg>
    <p:spTree>
      <p:nvGrpSpPr>
        <p:cNvPr id="1" name=""/>
        <p:cNvGrpSpPr/>
        <p:nvPr/>
      </p:nvGrpSpPr>
      <p:grpSpPr>
        <a:xfrm xmlns:a="http://schemas.openxmlformats.org/drawingml/2006/main">
          <a:off x="0" y="0"/>
          <a:ext cx="0" cy="0"/>
          <a:chOff x="0" y="0"/>
          <a:chExt cx="0" cy="0"/>
        </a:xfrm>
      </p:grpSpPr>
      <p:sp>
        <p:nvSpPr>
          <p:cNvPr id="51" name="曲线"/>
          <p:cNvSpPr>
            <a:spLocks xmlns:a="http://schemas.openxmlformats.org/drawingml/2006/main"/>
          </p:cNvSpPr>
          <p:nvPr/>
        </p:nvSpPr>
        <p:spPr>
          <a:xfrm xmlns:a="http://schemas.openxmlformats.org/drawingml/2006/main" rot="0">
            <a:off x="9377426" y="4825"/>
            <a:ext cx="1218563" cy="6853554"/>
          </a:xfrm>
          <a:custGeom xmlns:a="http://schemas.openxmlformats.org/drawingml/2006/main">
            <a:gdLst>
              <a:gd name="T1" fmla="*/ 0 w 21600"/>
              <a:gd name="T2" fmla="*/ 0 h 21600"/>
              <a:gd name="T3" fmla="*/ 21600 w 21600"/>
              <a:gd name="T4" fmla="*/ 21600 h 21600"/>
            </a:gdLst>
            <a:rect l="T1" t="T2" r="T3" b="T4"/>
            <a:pathLst>
              <a:path w="21600" h="21600">
                <a:moveTo>
                  <a:pt x="0" y="0"/>
                </a:moveTo>
                <a:lnTo>
                  <a:pt x="21596" y="21596"/>
                </a:lnTo>
              </a:path>
            </a:pathLst>
          </a:custGeom>
          <a:noFill xmlns:a="http://schemas.openxmlformats.org/drawingml/2006/main"/>
          <a:ln xmlns:a="http://schemas.openxmlformats.org/drawingml/2006/main" w="9525" cmpd="sng" cap="flat">
            <a:solidFill>
              <a:srgbClr val="5FCAEE"/>
            </a:solidFill>
            <a:prstDash val="solid"/>
            <a:round/>
          </a:ln>
        </p:spPr>
      </p:sp>
      <p:sp>
        <p:nvSpPr>
          <p:cNvPr id="52" name="曲线"/>
          <p:cNvSpPr>
            <a:spLocks xmlns:a="http://schemas.openxmlformats.org/drawingml/2006/main"/>
          </p:cNvSpPr>
          <p:nvPr/>
        </p:nvSpPr>
        <p:spPr>
          <a:xfrm xmlns:a="http://schemas.openxmlformats.org/drawingml/2006/main" rot="0">
            <a:off x="7448612" y="3694896"/>
            <a:ext cx="4743450" cy="3163570"/>
          </a:xfrm>
          <a:custGeom xmlns:a="http://schemas.openxmlformats.org/drawingml/2006/main">
            <a:gdLst>
              <a:gd name="T1" fmla="*/ 0 w 21600"/>
              <a:gd name="T2" fmla="*/ 0 h 21600"/>
              <a:gd name="T3" fmla="*/ 21600 w 21600"/>
              <a:gd name="T4" fmla="*/ 21600 h 21600"/>
            </a:gdLst>
            <a:rect l="T1" t="T2" r="T3" b="T4"/>
            <a:pathLst>
              <a:path w="21600" h="21600">
                <a:moveTo>
                  <a:pt x="21599" y="0"/>
                </a:moveTo>
                <a:lnTo>
                  <a:pt x="0" y="21595"/>
                </a:lnTo>
              </a:path>
            </a:pathLst>
          </a:custGeom>
          <a:noFill xmlns:a="http://schemas.openxmlformats.org/drawingml/2006/main"/>
          <a:ln xmlns:a="http://schemas.openxmlformats.org/drawingml/2006/main" w="9525" cmpd="sng" cap="flat">
            <a:solidFill>
              <a:srgbClr val="5FCAEE"/>
            </a:solidFill>
            <a:prstDash val="solid"/>
            <a:round/>
          </a:ln>
        </p:spPr>
      </p:sp>
      <p:sp>
        <p:nvSpPr>
          <p:cNvPr id="53" name="曲线"/>
          <p:cNvSpPr>
            <a:spLocks xmlns:a="http://schemas.openxmlformats.org/drawingml/2006/main"/>
          </p:cNvSpPr>
          <p:nvPr/>
        </p:nvSpPr>
        <p:spPr>
          <a:xfrm xmlns:a="http://schemas.openxmlformats.org/drawingml/2006/main" rot="0">
            <a:off x="9182100" y="0"/>
            <a:ext cx="3009898" cy="6858000"/>
          </a:xfrm>
          <a:custGeom xmlns:a="http://schemas.openxmlformats.org/drawingml/2006/main">
            <a:gdLst>
              <a:gd name="T1" fmla="*/ 0 w 21600"/>
              <a:gd name="T2" fmla="*/ 0 h 21600"/>
              <a:gd name="T3" fmla="*/ 21600 w 21600"/>
              <a:gd name="T4" fmla="*/ 21600 h 21600"/>
            </a:gdLst>
            <a:rect l="T1" t="T2" r="T3" b="T4"/>
            <a:pathLst>
              <a:path w="21600" h="21600">
                <a:moveTo>
                  <a:pt x="21599" y="0"/>
                </a:moveTo>
                <a:lnTo>
                  <a:pt x="14671" y="0"/>
                </a:lnTo>
                <a:lnTo>
                  <a:pt x="0" y="21599"/>
                </a:lnTo>
                <a:lnTo>
                  <a:pt x="21599" y="21599"/>
                </a:lnTo>
                <a:lnTo>
                  <a:pt x="21599" y="0"/>
                </a:lnTo>
                <a:close/>
              </a:path>
            </a:pathLst>
          </a:custGeom>
          <a:solidFill xmlns:a="http://schemas.openxmlformats.org/drawingml/2006/main">
            <a:srgbClr val="5FCAEE">
              <a:alpha val="36000"/>
            </a:srgbClr>
          </a:solidFill>
          <a:ln xmlns:a="http://schemas.openxmlformats.org/drawingml/2006/main" cmpd="sng" cap="flat">
            <a:noFill/>
            <a:prstDash val="solid"/>
            <a:miter/>
          </a:ln>
        </p:spPr>
      </p:sp>
      <p:sp>
        <p:nvSpPr>
          <p:cNvPr id="54" name="曲线"/>
          <p:cNvSpPr>
            <a:spLocks xmlns:a="http://schemas.openxmlformats.org/drawingml/2006/main"/>
          </p:cNvSpPr>
          <p:nvPr/>
        </p:nvSpPr>
        <p:spPr>
          <a:xfrm xmlns:a="http://schemas.openxmlformats.org/drawingml/2006/main" rot="0">
            <a:off x="9602878" y="0"/>
            <a:ext cx="2589527" cy="6858000"/>
          </a:xfrm>
          <a:custGeom xmlns:a="http://schemas.openxmlformats.org/drawingml/2006/main">
            <a:gdLst>
              <a:gd name="T1" fmla="*/ 0 w 21600"/>
              <a:gd name="T2" fmla="*/ 0 h 21600"/>
              <a:gd name="T3" fmla="*/ 21600 w 21600"/>
              <a:gd name="T4" fmla="*/ 21600 h 21600"/>
            </a:gdLst>
            <a:rect l="T1" t="T2" r="T3" b="T4"/>
            <a:pathLst>
              <a:path w="21600" h="21600">
                <a:moveTo>
                  <a:pt x="21596" y="0"/>
                </a:moveTo>
                <a:lnTo>
                  <a:pt x="0" y="0"/>
                </a:lnTo>
                <a:lnTo>
                  <a:pt x="10083" y="21599"/>
                </a:lnTo>
                <a:lnTo>
                  <a:pt x="21596" y="21599"/>
                </a:lnTo>
                <a:lnTo>
                  <a:pt x="21596" y="0"/>
                </a:lnTo>
                <a:close/>
              </a:path>
            </a:pathLst>
          </a:custGeom>
          <a:solidFill xmlns:a="http://schemas.openxmlformats.org/drawingml/2006/main">
            <a:srgbClr val="5FCAEE">
              <a:alpha val="20000"/>
            </a:srgbClr>
          </a:solidFill>
          <a:ln xmlns:a="http://schemas.openxmlformats.org/drawingml/2006/main" cmpd="sng" cap="flat">
            <a:noFill/>
            <a:prstDash val="solid"/>
            <a:miter/>
          </a:ln>
        </p:spPr>
      </p:sp>
      <p:sp>
        <p:nvSpPr>
          <p:cNvPr id="55" name="曲线"/>
          <p:cNvSpPr>
            <a:spLocks xmlns:a="http://schemas.openxmlformats.org/drawingml/2006/main"/>
          </p:cNvSpPr>
          <p:nvPr/>
        </p:nvSpPr>
        <p:spPr>
          <a:xfrm xmlns:a="http://schemas.openxmlformats.org/drawingml/2006/main" rot="0">
            <a:off x="8934450" y="3048000"/>
            <a:ext cx="3257550" cy="3810000"/>
          </a:xfrm>
          <a:custGeom xmlns:a="http://schemas.openxmlformats.org/drawingml/2006/main">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xmlns:a="http://schemas.openxmlformats.org/drawingml/2006/main">
            <a:srgbClr val="17AFE3">
              <a:alpha val="66000"/>
            </a:srgbClr>
          </a:solidFill>
          <a:ln xmlns:a="http://schemas.openxmlformats.org/drawingml/2006/main" cmpd="sng" cap="flat">
            <a:noFill/>
            <a:prstDash val="solid"/>
            <a:miter/>
          </a:ln>
        </p:spPr>
      </p:sp>
      <p:sp>
        <p:nvSpPr>
          <p:cNvPr id="56" name="曲线"/>
          <p:cNvSpPr>
            <a:spLocks xmlns:a="http://schemas.openxmlformats.org/drawingml/2006/main"/>
          </p:cNvSpPr>
          <p:nvPr/>
        </p:nvSpPr>
        <p:spPr>
          <a:xfrm xmlns:a="http://schemas.openxmlformats.org/drawingml/2006/main" rot="0">
            <a:off x="9337930" y="0"/>
            <a:ext cx="2854323" cy="6858000"/>
          </a:xfrm>
          <a:custGeom xmlns:a="http://schemas.openxmlformats.org/drawingml/2006/main">
            <a:gdLst>
              <a:gd name="T1" fmla="*/ 0 w 21600"/>
              <a:gd name="T2" fmla="*/ 0 h 21600"/>
              <a:gd name="T3" fmla="*/ 21600 w 21600"/>
              <a:gd name="T4" fmla="*/ 21600 h 21600"/>
            </a:gdLst>
            <a:rect l="T1" t="T2" r="T3" b="T4"/>
            <a:pathLst>
              <a:path w="21600" h="21600">
                <a:moveTo>
                  <a:pt x="21598" y="0"/>
                </a:moveTo>
                <a:lnTo>
                  <a:pt x="0" y="0"/>
                </a:lnTo>
                <a:lnTo>
                  <a:pt x="18689" y="21599"/>
                </a:lnTo>
                <a:lnTo>
                  <a:pt x="21598" y="21599"/>
                </a:lnTo>
                <a:lnTo>
                  <a:pt x="21598" y="0"/>
                </a:lnTo>
                <a:close/>
              </a:path>
            </a:pathLst>
          </a:custGeom>
          <a:solidFill xmlns:a="http://schemas.openxmlformats.org/drawingml/2006/main">
            <a:srgbClr val="17AFE3">
              <a:alpha val="50000"/>
            </a:srgbClr>
          </a:solidFill>
          <a:ln xmlns:a="http://schemas.openxmlformats.org/drawingml/2006/main" cmpd="sng" cap="flat">
            <a:noFill/>
            <a:prstDash val="solid"/>
            <a:miter/>
          </a:ln>
        </p:spPr>
      </p:sp>
      <p:sp>
        <p:nvSpPr>
          <p:cNvPr id="57" name="曲线"/>
          <p:cNvSpPr>
            <a:spLocks xmlns:a="http://schemas.openxmlformats.org/drawingml/2006/main"/>
          </p:cNvSpPr>
          <p:nvPr/>
        </p:nvSpPr>
        <p:spPr>
          <a:xfrm xmlns:a="http://schemas.openxmlformats.org/drawingml/2006/main" rot="0">
            <a:off x="10896601" y="0"/>
            <a:ext cx="1295400" cy="6858000"/>
          </a:xfrm>
          <a:custGeom xmlns:a="http://schemas.openxmlformats.org/drawingml/2006/main">
            <a:gdLst>
              <a:gd name="T1" fmla="*/ 0 w 21600"/>
              <a:gd name="T2" fmla="*/ 0 h 21600"/>
              <a:gd name="T3" fmla="*/ 21600 w 21600"/>
              <a:gd name="T4" fmla="*/ 21600 h 21600"/>
            </a:gdLst>
            <a:rect l="T1" t="T2" r="T3" b="T4"/>
            <a:pathLst>
              <a:path w="21600" h="21600">
                <a:moveTo>
                  <a:pt x="21598" y="0"/>
                </a:moveTo>
                <a:lnTo>
                  <a:pt x="17047" y="0"/>
                </a:lnTo>
                <a:lnTo>
                  <a:pt x="0" y="21599"/>
                </a:lnTo>
                <a:lnTo>
                  <a:pt x="21598" y="21599"/>
                </a:lnTo>
                <a:lnTo>
                  <a:pt x="21598" y="0"/>
                </a:lnTo>
                <a:close/>
              </a:path>
            </a:pathLst>
          </a:custGeom>
          <a:solidFill xmlns:a="http://schemas.openxmlformats.org/drawingml/2006/main">
            <a:srgbClr val="2D83C3">
              <a:alpha val="70000"/>
            </a:srgbClr>
          </a:solidFill>
          <a:ln xmlns:a="http://schemas.openxmlformats.org/drawingml/2006/main" cmpd="sng" cap="flat">
            <a:noFill/>
            <a:prstDash val="solid"/>
            <a:miter/>
          </a:ln>
        </p:spPr>
      </p:sp>
      <p:sp>
        <p:nvSpPr>
          <p:cNvPr id="58" name="曲线"/>
          <p:cNvSpPr>
            <a:spLocks xmlns:a="http://schemas.openxmlformats.org/drawingml/2006/main"/>
          </p:cNvSpPr>
          <p:nvPr/>
        </p:nvSpPr>
        <p:spPr>
          <a:xfrm xmlns:a="http://schemas.openxmlformats.org/drawingml/2006/main" rot="0">
            <a:off x="10936247" y="0"/>
            <a:ext cx="1256027" cy="6858000"/>
          </a:xfrm>
          <a:custGeom xmlns:a="http://schemas.openxmlformats.org/drawingml/2006/main">
            <a:gdLst>
              <a:gd name="T1" fmla="*/ 0 w 21600"/>
              <a:gd name="T2" fmla="*/ 0 h 21600"/>
              <a:gd name="T3" fmla="*/ 21600 w 21600"/>
              <a:gd name="T4" fmla="*/ 21600 h 21600"/>
            </a:gdLst>
            <a:rect l="T1" t="T2" r="T3" b="T4"/>
            <a:pathLst>
              <a:path w="21600" h="21600">
                <a:moveTo>
                  <a:pt x="21595" y="0"/>
                </a:moveTo>
                <a:lnTo>
                  <a:pt x="0" y="0"/>
                </a:lnTo>
                <a:lnTo>
                  <a:pt x="19165" y="21599"/>
                </a:lnTo>
                <a:lnTo>
                  <a:pt x="21595" y="21599"/>
                </a:lnTo>
                <a:lnTo>
                  <a:pt x="21595" y="0"/>
                </a:lnTo>
                <a:close/>
              </a:path>
            </a:pathLst>
          </a:custGeom>
          <a:solidFill xmlns:a="http://schemas.openxmlformats.org/drawingml/2006/main">
            <a:srgbClr val="226192">
              <a:alpha val="80000"/>
            </a:srgbClr>
          </a:solidFill>
          <a:ln xmlns:a="http://schemas.openxmlformats.org/drawingml/2006/main" cmpd="sng" cap="flat">
            <a:noFill/>
            <a:prstDash val="solid"/>
            <a:miter/>
          </a:ln>
        </p:spPr>
      </p:sp>
      <p:sp>
        <p:nvSpPr>
          <p:cNvPr id="59" name="曲线"/>
          <p:cNvSpPr>
            <a:spLocks xmlns:a="http://schemas.openxmlformats.org/drawingml/2006/main"/>
          </p:cNvSpPr>
          <p:nvPr/>
        </p:nvSpPr>
        <p:spPr>
          <a:xfrm xmlns:a="http://schemas.openxmlformats.org/drawingml/2006/main" rot="0">
            <a:off x="10372725" y="3590925"/>
            <a:ext cx="1819275" cy="3267075"/>
          </a:xfrm>
          <a:custGeom xmlns:a="http://schemas.openxmlformats.org/drawingml/2006/main">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xmlns:a="http://schemas.openxmlformats.org/drawingml/2006/main">
            <a:srgbClr val="17AFE3">
              <a:alpha val="66000"/>
            </a:srgbClr>
          </a:solidFill>
          <a:ln xmlns:a="http://schemas.openxmlformats.org/drawingml/2006/main" cmpd="sng" cap="flat">
            <a:noFill/>
            <a:prstDash val="solid"/>
            <a:miter/>
          </a:ln>
        </p:spPr>
      </p:sp>
      <p:sp>
        <p:nvSpPr>
          <p:cNvPr id="60" name="曲线"/>
          <p:cNvSpPr>
            <a:spLocks xmlns:a="http://schemas.openxmlformats.org/drawingml/2006/main"/>
          </p:cNvSpPr>
          <p:nvPr/>
        </p:nvSpPr>
        <p:spPr>
          <a:xfrm xmlns:a="http://schemas.openxmlformats.org/drawingml/2006/main" rot="0">
            <a:off x="0" y="4010025"/>
            <a:ext cx="447674" cy="2847975"/>
          </a:xfrm>
          <a:custGeom xmlns:a="http://schemas.openxmlformats.org/drawingml/2006/main">
            <a:gdLst>
              <a:gd name="T1" fmla="*/ 0 w 21600"/>
              <a:gd name="T2" fmla="*/ 0 h 21600"/>
              <a:gd name="T3" fmla="*/ 21600 w 21600"/>
              <a:gd name="T4" fmla="*/ 21600 h 21600"/>
            </a:gdLst>
            <a:rect l="T1" t="T2" r="T3" b="T4"/>
            <a:pathLst>
              <a:path w="21600" h="21600">
                <a:moveTo>
                  <a:pt x="0" y="0"/>
                </a:moveTo>
                <a:lnTo>
                  <a:pt x="0" y="21600"/>
                </a:lnTo>
                <a:lnTo>
                  <a:pt x="21600" y="21600"/>
                </a:lnTo>
                <a:lnTo>
                  <a:pt x="0" y="0"/>
                </a:lnTo>
                <a:close/>
              </a:path>
            </a:pathLst>
          </a:custGeom>
          <a:solidFill xmlns:a="http://schemas.openxmlformats.org/drawingml/2006/main">
            <a:srgbClr val="5FCAEE">
              <a:alpha val="70000"/>
            </a:srgbClr>
          </a:solidFill>
          <a:ln xmlns:a="http://schemas.openxmlformats.org/drawingml/2006/main" cmpd="sng" cap="flat">
            <a:noFill/>
            <a:prstDash val="solid"/>
            <a:miter/>
          </a:ln>
        </p:spPr>
      </p:sp>
      <p:sp>
        <p:nvSpPr>
          <p:cNvPr id="61" name="文本框"/>
          <p:cNvSpPr>
            <a:spLocks xmlns:a="http://schemas.openxmlformats.org/drawingml/2006/main" noGrp="1"/>
          </p:cNvSpPr>
          <p:nvPr>
            <p:ph type="title"/>
          </p:nvPr>
        </p:nvSpPr>
        <p:spPr>
          <a:xfrm xmlns:a="http://schemas.openxmlformats.org/drawingml/2006/main" rot="0">
            <a:off x="755332" y="385444"/>
            <a:ext cx="10681335" cy="758190"/>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endParaRPr lang="zh-CN" altLang="en-US" sz="4800" b="1" i="0">
              <a:solidFill>
                <a:schemeClr val="tx1"/>
              </a:solidFill>
              <a:latin typeface="Trebuchet MS" pitchFamily="0" charset="0"/>
              <a:cs typeface="Trebuchet MS" pitchFamily="0" charset="0"/>
            </a:endParaRPr>
          </a:p>
        </p:txBody>
      </p:sp>
      <p:sp>
        <p:nvSpPr>
          <p:cNvPr id="62" name="文本框"/>
          <p:cNvSpPr>
            <a:spLocks xmlns:a="http://schemas.openxmlformats.org/drawingml/2006/main" noGrp="1"/>
          </p:cNvSpPr>
          <p:nvPr>
            <p:ph type="ftr" idx="5"/>
          </p:nvPr>
        </p:nvSpPr>
        <p:spPr>
          <a:xfrm xmlns:a="http://schemas.openxmlformats.org/drawingml/2006/main" rot="0">
            <a:off x="4145279" y="6377940"/>
            <a:ext cx="3901439" cy="342900"/>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algn="ctr"/>
            <a:endParaRPr lang="zh-CN" altLang="en-US">
              <a:solidFill>
                <a:srgbClr val="898989"/>
              </a:solidFill>
              <a:latin typeface="Calibri" pitchFamily="0" charset="0"/>
              <a:ea typeface="宋体" pitchFamily="0" charset="0"/>
              <a:cs typeface="Calibri" pitchFamily="0" charset="0"/>
            </a:endParaRPr>
          </a:p>
        </p:txBody>
      </p:sp>
      <p:sp>
        <p:nvSpPr>
          <p:cNvPr id="63" name="文本框"/>
          <p:cNvSpPr>
            <a:spLocks xmlns:a="http://schemas.openxmlformats.org/drawingml/2006/main" noGrp="1"/>
          </p:cNvSpPr>
          <p:nvPr>
            <p:ph type="dt" idx="6"/>
          </p:nvPr>
        </p:nvSpPr>
        <p:spPr>
          <a:xfrm xmlns:a="http://schemas.openxmlformats.org/drawingml/2006/main" rot="0">
            <a:off x="609600" y="6377940"/>
            <a:ext cx="2804160" cy="342900"/>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algn="l"/>
            <a:endParaRPr lang="zh-CN" altLang="en-US">
              <a:solidFill>
                <a:srgbClr val="898989"/>
              </a:solidFill>
              <a:latin typeface="Calibri" pitchFamily="0" charset="0"/>
              <a:ea typeface="宋体" pitchFamily="0" charset="0"/>
              <a:cs typeface="Calibri" pitchFamily="0" charset="0"/>
            </a:endParaRPr>
          </a:p>
        </p:txBody>
      </p:sp>
      <p:sp>
        <p:nvSpPr>
          <p:cNvPr id="64" name="文本框"/>
          <p:cNvSpPr>
            <a:spLocks xmlns:a="http://schemas.openxmlformats.org/drawingml/2006/main" noGrp="1"/>
          </p:cNvSpPr>
          <p:nvPr>
            <p:ph type="sldNum" idx="7"/>
          </p:nvPr>
        </p:nvSpPr>
        <p:spPr>
          <a:xfrm xmlns:a="http://schemas.openxmlformats.org/drawingml/2006/main" rot="0">
            <a:off x="11353418" y="6473336"/>
            <a:ext cx="151129" cy="191770"/>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t" anchorCtr="0">
            <a:prstTxWarp prst="textNoShape"/>
            <a:spAutoFit/>
          </a:bodyPr>
          <a:lstStyle xmlns:a="http://schemas.openxmlformats.org/drawingml/2006/main"/>
          <a:p xmlns:a="http://schemas.openxmlformats.org/drawingml/2006/main">
            <a:pPr marL="38100" indent="0">
              <a:lnSpc>
                <a:spcPct val="100000"/>
              </a:lnSpc>
              <a:spcBef>
                <a:spcPts val="55"/>
              </a:spcBef>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&lt;#&gt;</a:t>
            </a:fld>
            <a:endParaRPr lang="zh-CN" altLang="en-US" sz="1100" b="0" i="0" spc="10">
              <a:solidFill>
                <a:srgbClr val="2D936B"/>
              </a:solidFill>
              <a:latin typeface="Trebuchet MS" pitchFamily="0" charset="0"/>
              <a:ea typeface="宋体" pitchFamily="0" charset="0"/>
              <a:cs typeface="Trebuchet MS" pitchFamily="0" charset="0"/>
            </a:endParaRPr>
          </a:p>
        </p:txBody>
      </p:sp>
    </p:spTree>
    <p:extLst>
      <p:ext uri="{BB962C8B-B14F-4D97-AF65-F5344CB8AC3E}">
        <p14:creationId xmlns:p14="http://schemas.microsoft.com/office/powerpoint/2010/main" val="1980492038"/>
      </p:ext>
    </p:extLst>
  </p:cSld>
  <p:clrMapOvr>
    <a:masterClrMapping xmlns:a="http://schemas.openxmlformats.org/drawingml/2006/main"/>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2" name="曲线"/>
          <p:cNvSpPr>
            <a:spLocks/>
          </p:cNvSpPr>
          <p:nvPr/>
        </p:nvSpPr>
        <p:spPr>
          <a:xfrm rot="0">
            <a:off x="9377426" y="4825"/>
            <a:ext cx="1218563" cy="6853554"/>
          </a:xfrm>
          <a:custGeom>
            <a:gdLst>
              <a:gd name="T1" fmla="*/ 0 w 21600"/>
              <a:gd name="T2" fmla="*/ 0 h 21600"/>
              <a:gd name="T3" fmla="*/ 21600 w 21600"/>
              <a:gd name="T4" fmla="*/ 21600 h 21600"/>
            </a:gdLst>
            <a:rect l="T1" t="T2" r="T3" b="T4"/>
            <a:pathLst>
              <a:path w="21600" h="21600">
                <a:moveTo>
                  <a:pt x="0" y="0"/>
                </a:moveTo>
                <a:lnTo>
                  <a:pt x="21596" y="21596"/>
                </a:lnTo>
              </a:path>
            </a:pathLst>
          </a:custGeom>
          <a:noFill/>
          <a:ln w="9525" cmpd="sng" cap="flat">
            <a:solidFill>
              <a:srgbClr val="5FCAEE"/>
            </a:solidFill>
            <a:prstDash val="solid"/>
            <a:round/>
          </a:ln>
        </p:spPr>
      </p:sp>
      <p:sp>
        <p:nvSpPr>
          <p:cNvPr id="3" name="曲线"/>
          <p:cNvSpPr>
            <a:spLocks/>
          </p:cNvSpPr>
          <p:nvPr/>
        </p:nvSpPr>
        <p:spPr>
          <a:xfrm rot="0">
            <a:off x="7448612" y="3694896"/>
            <a:ext cx="4743450" cy="3163570"/>
          </a:xfrm>
          <a:custGeom>
            <a:gdLst>
              <a:gd name="T1" fmla="*/ 0 w 21600"/>
              <a:gd name="T2" fmla="*/ 0 h 21600"/>
              <a:gd name="T3" fmla="*/ 21600 w 21600"/>
              <a:gd name="T4" fmla="*/ 21600 h 21600"/>
            </a:gdLst>
            <a:rect l="T1" t="T2" r="T3" b="T4"/>
            <a:pathLst>
              <a:path w="21600" h="21600">
                <a:moveTo>
                  <a:pt x="21599" y="0"/>
                </a:moveTo>
                <a:lnTo>
                  <a:pt x="0" y="21595"/>
                </a:lnTo>
              </a:path>
            </a:pathLst>
          </a:custGeom>
          <a:noFill/>
          <a:ln w="9525" cmpd="sng" cap="flat">
            <a:solidFill>
              <a:srgbClr val="5FCAEE"/>
            </a:solidFill>
            <a:prstDash val="solid"/>
            <a:round/>
          </a:ln>
        </p:spPr>
      </p:sp>
      <p:sp>
        <p:nvSpPr>
          <p:cNvPr id="4" name="曲线"/>
          <p:cNvSpPr>
            <a:spLocks/>
          </p:cNvSpPr>
          <p:nvPr/>
        </p:nvSpPr>
        <p:spPr>
          <a:xfrm rot="0">
            <a:off x="9182100" y="0"/>
            <a:ext cx="3009898" cy="6858000"/>
          </a:xfrm>
          <a:custGeom>
            <a:gdLst>
              <a:gd name="T1" fmla="*/ 0 w 21600"/>
              <a:gd name="T2" fmla="*/ 0 h 21600"/>
              <a:gd name="T3" fmla="*/ 21600 w 21600"/>
              <a:gd name="T4" fmla="*/ 21600 h 21600"/>
            </a:gdLst>
            <a:rect l="T1" t="T2" r="T3" b="T4"/>
            <a:pathLst>
              <a:path w="21600" h="21600">
                <a:moveTo>
                  <a:pt x="21599" y="0"/>
                </a:moveTo>
                <a:lnTo>
                  <a:pt x="14671" y="0"/>
                </a:lnTo>
                <a:lnTo>
                  <a:pt x="0" y="21599"/>
                </a:lnTo>
                <a:lnTo>
                  <a:pt x="21599" y="21599"/>
                </a:lnTo>
                <a:lnTo>
                  <a:pt x="21599" y="0"/>
                </a:lnTo>
                <a:close/>
              </a:path>
            </a:pathLst>
          </a:custGeom>
          <a:solidFill>
            <a:srgbClr val="5FCAEE">
              <a:alpha val="36000"/>
            </a:srgbClr>
          </a:solidFill>
          <a:ln cmpd="sng" cap="flat">
            <a:noFill/>
            <a:prstDash val="solid"/>
            <a:miter/>
          </a:ln>
        </p:spPr>
      </p:sp>
      <p:sp>
        <p:nvSpPr>
          <p:cNvPr id="5" name="曲线"/>
          <p:cNvSpPr>
            <a:spLocks/>
          </p:cNvSpPr>
          <p:nvPr/>
        </p:nvSpPr>
        <p:spPr>
          <a:xfrm rot="0">
            <a:off x="9602878" y="0"/>
            <a:ext cx="2589527" cy="6858000"/>
          </a:xfrm>
          <a:custGeom>
            <a:gdLst>
              <a:gd name="T1" fmla="*/ 0 w 21600"/>
              <a:gd name="T2" fmla="*/ 0 h 21600"/>
              <a:gd name="T3" fmla="*/ 21600 w 21600"/>
              <a:gd name="T4" fmla="*/ 21600 h 21600"/>
            </a:gdLst>
            <a:rect l="T1" t="T2" r="T3" b="T4"/>
            <a:pathLst>
              <a:path w="21600" h="21600">
                <a:moveTo>
                  <a:pt x="21596" y="0"/>
                </a:moveTo>
                <a:lnTo>
                  <a:pt x="0" y="0"/>
                </a:lnTo>
                <a:lnTo>
                  <a:pt x="10083" y="21599"/>
                </a:lnTo>
                <a:lnTo>
                  <a:pt x="21596" y="21599"/>
                </a:lnTo>
                <a:lnTo>
                  <a:pt x="21596" y="0"/>
                </a:lnTo>
                <a:close/>
              </a:path>
            </a:pathLst>
          </a:custGeom>
          <a:solidFill>
            <a:srgbClr val="5FCAEE">
              <a:alpha val="20000"/>
            </a:srgbClr>
          </a:solidFill>
          <a:ln cmpd="sng" cap="flat">
            <a:noFill/>
            <a:prstDash val="solid"/>
            <a:miter/>
          </a:ln>
        </p:spPr>
      </p:sp>
      <p:sp>
        <p:nvSpPr>
          <p:cNvPr id="6" name="曲线"/>
          <p:cNvSpPr>
            <a:spLocks/>
          </p:cNvSpPr>
          <p:nvPr/>
        </p:nvSpPr>
        <p:spPr>
          <a:xfrm rot="0">
            <a:off x="8934450" y="3048000"/>
            <a:ext cx="3257550" cy="3810000"/>
          </a:xfrm>
          <a:custGeom>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a:srgbClr val="17AFE3">
              <a:alpha val="66000"/>
            </a:srgbClr>
          </a:solidFill>
          <a:ln cmpd="sng" cap="flat">
            <a:noFill/>
            <a:prstDash val="solid"/>
            <a:miter/>
          </a:ln>
        </p:spPr>
      </p:sp>
      <p:sp>
        <p:nvSpPr>
          <p:cNvPr id="7" name="曲线"/>
          <p:cNvSpPr>
            <a:spLocks/>
          </p:cNvSpPr>
          <p:nvPr/>
        </p:nvSpPr>
        <p:spPr>
          <a:xfrm rot="0">
            <a:off x="9337930" y="0"/>
            <a:ext cx="2854323" cy="6858000"/>
          </a:xfrm>
          <a:custGeom>
            <a:gdLst>
              <a:gd name="T1" fmla="*/ 0 w 21600"/>
              <a:gd name="T2" fmla="*/ 0 h 21600"/>
              <a:gd name="T3" fmla="*/ 21600 w 21600"/>
              <a:gd name="T4" fmla="*/ 21600 h 21600"/>
            </a:gdLst>
            <a:rect l="T1" t="T2" r="T3" b="T4"/>
            <a:pathLst>
              <a:path w="21600" h="21600">
                <a:moveTo>
                  <a:pt x="21598" y="0"/>
                </a:moveTo>
                <a:lnTo>
                  <a:pt x="0" y="0"/>
                </a:lnTo>
                <a:lnTo>
                  <a:pt x="18689" y="21599"/>
                </a:lnTo>
                <a:lnTo>
                  <a:pt x="21598" y="21599"/>
                </a:lnTo>
                <a:lnTo>
                  <a:pt x="21598" y="0"/>
                </a:lnTo>
                <a:close/>
              </a:path>
            </a:pathLst>
          </a:custGeom>
          <a:solidFill>
            <a:srgbClr val="17AFE3">
              <a:alpha val="50000"/>
            </a:srgbClr>
          </a:solidFill>
          <a:ln cmpd="sng" cap="flat">
            <a:noFill/>
            <a:prstDash val="solid"/>
            <a:miter/>
          </a:ln>
        </p:spPr>
      </p:sp>
      <p:sp>
        <p:nvSpPr>
          <p:cNvPr id="8" name="曲线"/>
          <p:cNvSpPr>
            <a:spLocks/>
          </p:cNvSpPr>
          <p:nvPr/>
        </p:nvSpPr>
        <p:spPr>
          <a:xfrm rot="0">
            <a:off x="10896601" y="0"/>
            <a:ext cx="1295400" cy="6858000"/>
          </a:xfrm>
          <a:custGeom>
            <a:gdLst>
              <a:gd name="T1" fmla="*/ 0 w 21600"/>
              <a:gd name="T2" fmla="*/ 0 h 21600"/>
              <a:gd name="T3" fmla="*/ 21600 w 21600"/>
              <a:gd name="T4" fmla="*/ 21600 h 21600"/>
            </a:gdLst>
            <a:rect l="T1" t="T2" r="T3" b="T4"/>
            <a:pathLst>
              <a:path w="21600" h="21600">
                <a:moveTo>
                  <a:pt x="21598" y="0"/>
                </a:moveTo>
                <a:lnTo>
                  <a:pt x="17047" y="0"/>
                </a:lnTo>
                <a:lnTo>
                  <a:pt x="0" y="21599"/>
                </a:lnTo>
                <a:lnTo>
                  <a:pt x="21598" y="21599"/>
                </a:lnTo>
                <a:lnTo>
                  <a:pt x="21598" y="0"/>
                </a:lnTo>
                <a:close/>
              </a:path>
            </a:pathLst>
          </a:custGeom>
          <a:solidFill>
            <a:srgbClr val="2D83C3">
              <a:alpha val="70000"/>
            </a:srgbClr>
          </a:solidFill>
          <a:ln cmpd="sng" cap="flat">
            <a:noFill/>
            <a:prstDash val="solid"/>
            <a:miter/>
          </a:ln>
        </p:spPr>
      </p:sp>
      <p:sp>
        <p:nvSpPr>
          <p:cNvPr id="9" name="曲线"/>
          <p:cNvSpPr>
            <a:spLocks/>
          </p:cNvSpPr>
          <p:nvPr/>
        </p:nvSpPr>
        <p:spPr>
          <a:xfrm rot="0">
            <a:off x="10936247" y="0"/>
            <a:ext cx="1256027" cy="6858000"/>
          </a:xfrm>
          <a:custGeom>
            <a:gdLst>
              <a:gd name="T1" fmla="*/ 0 w 21600"/>
              <a:gd name="T2" fmla="*/ 0 h 21600"/>
              <a:gd name="T3" fmla="*/ 21600 w 21600"/>
              <a:gd name="T4" fmla="*/ 21600 h 21600"/>
            </a:gdLst>
            <a:rect l="T1" t="T2" r="T3" b="T4"/>
            <a:pathLst>
              <a:path w="21600" h="21600">
                <a:moveTo>
                  <a:pt x="21595" y="0"/>
                </a:moveTo>
                <a:lnTo>
                  <a:pt x="0" y="0"/>
                </a:lnTo>
                <a:lnTo>
                  <a:pt x="19165" y="21599"/>
                </a:lnTo>
                <a:lnTo>
                  <a:pt x="21595" y="21599"/>
                </a:lnTo>
                <a:lnTo>
                  <a:pt x="21595" y="0"/>
                </a:lnTo>
                <a:close/>
              </a:path>
            </a:pathLst>
          </a:custGeom>
          <a:solidFill>
            <a:srgbClr val="226192">
              <a:alpha val="80000"/>
            </a:srgbClr>
          </a:solidFill>
          <a:ln cmpd="sng" cap="flat">
            <a:noFill/>
            <a:prstDash val="solid"/>
            <a:miter/>
          </a:ln>
        </p:spPr>
      </p:sp>
      <p:sp>
        <p:nvSpPr>
          <p:cNvPr id="10" name="曲线"/>
          <p:cNvSpPr>
            <a:spLocks/>
          </p:cNvSpPr>
          <p:nvPr/>
        </p:nvSpPr>
        <p:spPr>
          <a:xfrm rot="0">
            <a:off x="10372725" y="3590925"/>
            <a:ext cx="1819275" cy="3267075"/>
          </a:xfrm>
          <a:custGeom>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a:srgbClr val="17AFE3">
              <a:alpha val="66000"/>
            </a:srgbClr>
          </a:solidFill>
          <a:ln cmpd="sng" cap="flat">
            <a:noFill/>
            <a:prstDash val="solid"/>
            <a:miter/>
          </a:ln>
        </p:spPr>
      </p:sp>
      <p:sp>
        <p:nvSpPr>
          <p:cNvPr id="11" name="曲线"/>
          <p:cNvSpPr>
            <a:spLocks/>
          </p:cNvSpPr>
          <p:nvPr/>
        </p:nvSpPr>
        <p:spPr>
          <a:xfrm rot="0">
            <a:off x="0" y="4010025"/>
            <a:ext cx="447674" cy="2847975"/>
          </a:xfrm>
          <a:custGeom>
            <a:gdLst>
              <a:gd name="T1" fmla="*/ 0 w 21600"/>
              <a:gd name="T2" fmla="*/ 0 h 21600"/>
              <a:gd name="T3" fmla="*/ 21600 w 21600"/>
              <a:gd name="T4" fmla="*/ 21600 h 21600"/>
            </a:gdLst>
            <a:rect l="T1" t="T2" r="T3" b="T4"/>
            <a:pathLst>
              <a:path w="21600" h="21600">
                <a:moveTo>
                  <a:pt x="0" y="0"/>
                </a:moveTo>
                <a:lnTo>
                  <a:pt x="0" y="21600"/>
                </a:lnTo>
                <a:lnTo>
                  <a:pt x="21600" y="21600"/>
                </a:lnTo>
                <a:lnTo>
                  <a:pt x="0" y="0"/>
                </a:lnTo>
                <a:close/>
              </a:path>
            </a:pathLst>
          </a:custGeom>
          <a:solidFill>
            <a:srgbClr val="5FCAEE">
              <a:alpha val="70000"/>
            </a:srgbClr>
          </a:solidFill>
          <a:ln cmpd="sng" cap="flat">
            <a:noFill/>
            <a:prstDash val="solid"/>
            <a:miter/>
          </a:ln>
        </p:spPr>
      </p:sp>
      <p:sp>
        <p:nvSpPr>
          <p:cNvPr id="12" name="文本框"/>
          <p:cNvSpPr>
            <a:spLocks noGrp="1"/>
          </p:cNvSpPr>
          <p:nvPr>
            <p:ph type="title"/>
          </p:nvPr>
        </p:nvSpPr>
        <p:spPr>
          <a:xfrm rot="0">
            <a:off x="755332" y="385444"/>
            <a:ext cx="10681335" cy="758190"/>
          </a:xfrm>
          <a:prstGeom prst="rect"/>
          <a:noFill/>
          <a:ln w="12700" cmpd="sng" cap="flat">
            <a:noFill/>
            <a:prstDash val="solid"/>
            <a:miter/>
          </a:ln>
        </p:spPr>
        <p:txBody>
          <a:bodyPr vert="horz" wrap="square" lIns="0" tIns="0" rIns="0" bIns="0" anchor="t" anchorCtr="0">
            <a:prstTxWarp prst="textNoShape"/>
            <a:spAutoFit/>
          </a:bodyPr>
          <a:lstStyle/>
          <a:p>
            <a:endParaRPr lang="zh-CN" altLang="en-US" sz="4800" b="1" i="0">
              <a:solidFill>
                <a:schemeClr val="tx1"/>
              </a:solidFill>
              <a:latin typeface="Trebuchet MS" pitchFamily="0" charset="0"/>
              <a:cs typeface="Trebuchet MS" pitchFamily="0" charset="0"/>
            </a:endParaRPr>
          </a:p>
        </p:txBody>
      </p:sp>
      <p:sp>
        <p:nvSpPr>
          <p:cNvPr id="13" name="文本框"/>
          <p:cNvSpPr>
            <a:spLocks noGrp="1"/>
          </p:cNvSpPr>
          <p:nvPr>
            <p:ph type="body" idx="1"/>
          </p:nvPr>
        </p:nvSpPr>
        <p:spPr>
          <a:xfrm rot="0">
            <a:off x="609600" y="1577340"/>
            <a:ext cx="10972800" cy="4526277"/>
          </a:xfrm>
          <a:prstGeom prst="rect"/>
          <a:noFill/>
          <a:ln w="12700" cmpd="sng" cap="flat">
            <a:noFill/>
            <a:prstDash val="solid"/>
            <a:miter/>
          </a:ln>
        </p:spPr>
        <p:txBody>
          <a:bodyPr vert="horz" wrap="square" lIns="0" tIns="0" rIns="0" bIns="0" anchor="t" anchorCtr="0">
            <a:prstTxWarp prst="textNoShape"/>
            <a:spAutoFit/>
          </a:bodyPr>
          <a:lstStyle/>
          <a:p>
            <a:endParaRPr lang="zh-CN" altLang="en-US"/>
          </a:p>
        </p:txBody>
      </p:sp>
      <p:sp>
        <p:nvSpPr>
          <p:cNvPr id="14" name="文本框"/>
          <p:cNvSpPr>
            <a:spLocks noGrp="1"/>
          </p:cNvSpPr>
          <p:nvPr>
            <p:ph type="ftr" idx="5"/>
          </p:nvPr>
        </p:nvSpPr>
        <p:spPr>
          <a:xfrm rot="0">
            <a:off x="4145279" y="6377940"/>
            <a:ext cx="3901439" cy="342900"/>
          </a:xfrm>
          <a:prstGeom prst="rect"/>
          <a:noFill/>
          <a:ln w="12700" cmpd="sng" cap="flat">
            <a:noFill/>
            <a:prstDash val="solid"/>
            <a:miter/>
          </a:ln>
        </p:spPr>
        <p:txBody>
          <a:bodyPr vert="horz" wrap="square" lIns="0" tIns="0" rIns="0" bIns="0" anchor="t" anchorCtr="0">
            <a:prstTxWarp prst="textNoShape"/>
            <a:spAutoFit/>
          </a:bodyPr>
          <a:lstStyle/>
          <a:p>
            <a:pPr algn="ctr"/>
            <a:endParaRPr lang="zh-CN" altLang="en-US">
              <a:solidFill>
                <a:srgbClr val="898989"/>
              </a:solidFill>
              <a:latin typeface="Calibri" pitchFamily="0" charset="0"/>
              <a:ea typeface="宋体" pitchFamily="0" charset="0"/>
              <a:cs typeface="Calibri" pitchFamily="0" charset="0"/>
            </a:endParaRPr>
          </a:p>
        </p:txBody>
      </p:sp>
      <p:sp>
        <p:nvSpPr>
          <p:cNvPr id="15" name="文本框"/>
          <p:cNvSpPr>
            <a:spLocks noGrp="1"/>
          </p:cNvSpPr>
          <p:nvPr>
            <p:ph type="dt" idx="6"/>
          </p:nvPr>
        </p:nvSpPr>
        <p:spPr>
          <a:xfrm rot="0">
            <a:off x="609600" y="6377940"/>
            <a:ext cx="2804160" cy="342900"/>
          </a:xfrm>
          <a:prstGeom prst="rect"/>
          <a:noFill/>
          <a:ln w="12700" cmpd="sng" cap="flat">
            <a:noFill/>
            <a:prstDash val="solid"/>
            <a:miter/>
          </a:ln>
        </p:spPr>
        <p:txBody>
          <a:bodyPr vert="horz" wrap="square" lIns="0" tIns="0" rIns="0" bIns="0" anchor="t" anchorCtr="0">
            <a:prstTxWarp prst="textNoShape"/>
            <a:spAutoFit/>
          </a:bodyPr>
          <a:lstStyle/>
          <a:p>
            <a:pPr algn="l"/>
            <a:fld id="{CAD2D6BD-DE1B-4B5F-8B41-2702339687B9}" type="datetime1">
              <a:rPr lang="en-US" altLang="zh-CN">
                <a:solidFill>
                  <a:srgbClr val="898989"/>
                </a:solidFill>
                <a:latin typeface="Calibri" pitchFamily="0" charset="0"/>
                <a:ea typeface="宋体" pitchFamily="0" charset="0"/>
                <a:cs typeface="Calibri" pitchFamily="0" charset="0"/>
              </a:rPr>
              <a:t>9/7/2024</a:t>
            </a:fld>
            <a:endParaRPr lang="zh-CN" altLang="en-US">
              <a:solidFill>
                <a:srgbClr val="898989"/>
              </a:solidFill>
              <a:latin typeface="Calibri" pitchFamily="0" charset="0"/>
              <a:ea typeface="宋体" pitchFamily="0" charset="0"/>
              <a:cs typeface="Calibri" pitchFamily="0" charset="0"/>
            </a:endParaRPr>
          </a:p>
        </p:txBody>
      </p:sp>
      <p:sp>
        <p:nvSpPr>
          <p:cNvPr id="16" name="文本框"/>
          <p:cNvSpPr>
            <a:spLocks noGrp="1"/>
          </p:cNvSpPr>
          <p:nvPr>
            <p:ph type="sldNum" idx="7"/>
          </p:nvPr>
        </p:nvSpPr>
        <p:spPr>
          <a:xfrm rot="0">
            <a:off x="11353418" y="6473336"/>
            <a:ext cx="151129" cy="191770"/>
          </a:xfrm>
          <a:prstGeom prst="rect"/>
          <a:noFill/>
          <a:ln w="12700" cmpd="sng" cap="flat">
            <a:noFill/>
            <a:prstDash val="solid"/>
            <a:miter/>
          </a:ln>
        </p:spPr>
        <p:txBody>
          <a:bodyPr vert="horz" wrap="square" lIns="0" tIns="0" rIns="0" bIns="0" anchor="t" anchorCtr="0">
            <a:prstTxWarp prst="textNoShape"/>
            <a:spAutoFit/>
          </a:bodyPr>
          <a:lstStyle/>
          <a:p>
            <a:pPr marL="38100" indent="0">
              <a:lnSpc>
                <a:spcPct val="100000"/>
              </a:lnSpc>
              <a:spcBef>
                <a:spcPts val="55"/>
              </a:spcBef>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&lt;#&gt;</a:t>
            </a:fld>
            <a:endParaRPr lang="zh-CN" altLang="en-US" sz="1100" b="0" i="0" spc="10">
              <a:solidFill>
                <a:srgbClr val="2D936B"/>
              </a:solidFill>
              <a:latin typeface="Trebuchet MS" pitchFamily="0" charset="0"/>
              <a:ea typeface="宋体" pitchFamily="0" charset="0"/>
              <a:cs typeface="Trebuchet MS" pitchFamily="0" charset="0"/>
            </a:endParaRPr>
          </a:p>
        </p:txBody>
      </p:sp>
    </p:spTree>
    <p:extLst>
      <p:ext uri="{BB962C8B-B14F-4D97-AF65-F5344CB8AC3E}">
        <p14:creationId xmlns:p14="http://schemas.microsoft.com/office/powerpoint/2010/main" val="53932931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lvl1pPr defTabSz="914400" fontAlgn="auto" hangingPunct="1">
        <a:buNone/>
        <a:defRPr sz="1800">
          <a:latin typeface="Calibri" pitchFamily="0" charset="0"/>
          <a:ea typeface="宋体" pitchFamily="0" charset="0"/>
          <a:cs typeface="Calibri" pitchFamily="0" charset="0"/>
        </a:defRPr>
      </a:lvl1pPr>
    </p:titleStyle>
    <p:bodyStyle>
      <a:lvl1pPr marL="0" indent="0" defTabSz="914400" fontAlgn="auto" hangingPunct="1">
        <a:buNone/>
        <a:defRPr sz="1800">
          <a:latin typeface="Calibri" pitchFamily="0" charset="0"/>
          <a:ea typeface="宋体" pitchFamily="0" charset="0"/>
          <a:cs typeface="Calibri" pitchFamily="0" charset="0"/>
        </a:defRPr>
      </a:lvl1pPr>
      <a:lvl2pPr marL="457200" indent="0" defTabSz="914400" fontAlgn="auto" hangingPunct="1">
        <a:buNone/>
        <a:defRPr sz="1800">
          <a:latin typeface="Calibri" pitchFamily="0" charset="0"/>
          <a:ea typeface="宋体" pitchFamily="0" charset="0"/>
          <a:cs typeface="Calibri" pitchFamily="0" charset="0"/>
        </a:defRPr>
      </a:lvl2pPr>
      <a:lvl3pPr marL="914400" indent="0" defTabSz="914400" fontAlgn="auto" hangingPunct="1">
        <a:buNone/>
        <a:defRPr sz="1800">
          <a:latin typeface="Calibri" pitchFamily="0" charset="0"/>
          <a:ea typeface="宋体" pitchFamily="0" charset="0"/>
          <a:cs typeface="Calibri" pitchFamily="0" charset="0"/>
        </a:defRPr>
      </a:lvl3pPr>
      <a:lvl4pPr marL="1371600" indent="0" defTabSz="914400" fontAlgn="auto" hangingPunct="1">
        <a:buNone/>
        <a:defRPr sz="1800">
          <a:latin typeface="Calibri" pitchFamily="0" charset="0"/>
          <a:ea typeface="宋体" pitchFamily="0" charset="0"/>
          <a:cs typeface="Calibri" pitchFamily="0" charset="0"/>
        </a:defRPr>
      </a:lvl4pPr>
      <a:lvl5pPr marL="1828800" indent="0" defTabSz="914400" fontAlgn="auto" hangingPunct="1">
        <a:buNone/>
        <a:defRPr sz="1800">
          <a:latin typeface="Calibri" pitchFamily="0" charset="0"/>
          <a:ea typeface="宋体" pitchFamily="0" charset="0"/>
          <a:cs typeface="Calibri" pitchFamily="0" charset="0"/>
        </a:defRPr>
      </a:lvl5pPr>
      <a:lvl6pPr marL="2286000" indent="0" defTabSz="914400" fontAlgn="auto" hangingPunct="1">
        <a:buNone/>
        <a:defRPr sz="1800">
          <a:latin typeface="Calibri" pitchFamily="0" charset="0"/>
          <a:ea typeface="宋体" pitchFamily="0" charset="0"/>
          <a:cs typeface="Calibri" pitchFamily="0" charset="0"/>
        </a:defRPr>
      </a:lvl6pPr>
      <a:lvl7pPr marL="2743200" indent="0" defTabSz="914400" fontAlgn="auto" hangingPunct="1">
        <a:buNone/>
        <a:defRPr sz="1800">
          <a:latin typeface="Calibri" pitchFamily="0" charset="0"/>
          <a:ea typeface="宋体" pitchFamily="0" charset="0"/>
          <a:cs typeface="Calibri" pitchFamily="0" charset="0"/>
        </a:defRPr>
      </a:lvl7pPr>
      <a:lvl8pPr marL="3200400" indent="0" defTabSz="914400" fontAlgn="auto" hangingPunct="1">
        <a:buNone/>
        <a:defRPr sz="1800">
          <a:latin typeface="Calibri" pitchFamily="0" charset="0"/>
          <a:ea typeface="宋体" pitchFamily="0" charset="0"/>
          <a:cs typeface="Calibri" pitchFamily="0" charset="0"/>
        </a:defRPr>
      </a:lvl8pPr>
      <a:lvl9pPr marL="3200400" indent="0" defTabSz="914400" fontAlgn="auto" hangingPunct="1">
        <a:buNone/>
        <a:defRPr sz="1800">
          <a:latin typeface="Calibri" pitchFamily="0" charset="0"/>
          <a:ea typeface="宋体"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slideLayout" Target="../slideLayouts/slideLayout1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image" Target="../media/2.png"/><Relationship Id="rId3" Type="http://schemas.openxmlformats.org/officeDocument/2006/relationships/slideLayout" Target="../slideLayouts/slideLayout1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3.png"/><Relationship Id="rId2" Type="http://schemas.openxmlformats.org/officeDocument/2006/relationships/image" Target="../media/2.png"/><Relationship Id="rId3" Type="http://schemas.openxmlformats.org/officeDocument/2006/relationships/image" Target="../media/4.jpg"/><Relationship Id="rId4" Type="http://schemas.openxmlformats.org/officeDocument/2006/relationships/slideLayout" Target="../slideLayouts/slideLayout1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5.png"/><Relationship Id="rId2" Type="http://schemas.openxmlformats.org/officeDocument/2006/relationships/image" Target="../media/1.png"/><Relationship Id="rId3" Type="http://schemas.openxmlformats.org/officeDocument/2006/relationships/slideLayout" Target="../slideLayouts/slideLayout1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6.png"/><Relationship Id="rId2" Type="http://schemas.openxmlformats.org/officeDocument/2006/relationships/image" Target="../media/1.png"/><Relationship Id="rId3" Type="http://schemas.openxmlformats.org/officeDocument/2006/relationships/slideLayout" Target="../slideLayouts/slideLayout1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7.png"/><Relationship Id="rId2" Type="http://schemas.openxmlformats.org/officeDocument/2006/relationships/slideLayout" Target="../slideLayouts/slideLayout1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8.jpg"/><Relationship Id="rId2" Type="http://schemas.openxmlformats.org/officeDocument/2006/relationships/image" Target="../media/1.png"/><Relationship Id="rId3" Type="http://schemas.openxmlformats.org/officeDocument/2006/relationships/slideLayout" Target="../slideLayouts/slideLayout1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9.jpg"/><Relationship Id="rId2" Type="http://schemas.openxmlformats.org/officeDocument/2006/relationships/slideLayout" Target="../slideLayouts/slideLayout1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10.png"/><Relationship Id="rId2" Type="http://schemas.openxmlformats.org/officeDocument/2006/relationships/slideLayout" Target="../slideLayouts/slideLayout1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10.png"/><Relationship Id="rId2" Type="http://schemas.openxmlformats.org/officeDocument/2006/relationships/slideLayout" Target="../slideLayouts/slideLayout1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grpSp>
        <p:nvGrpSpPr>
          <p:cNvPr id="40" name="组合"/>
          <p:cNvGrpSpPr>
            <a:grpSpLocks/>
          </p:cNvGrpSpPr>
          <p:nvPr/>
        </p:nvGrpSpPr>
        <p:grpSpPr>
          <a:xfrm>
            <a:off x="876298" y="990599"/>
            <a:ext cx="1743074" cy="1333500"/>
            <a:chOff x="876298" y="990599"/>
            <a:chExt cx="1743074" cy="1333500"/>
          </a:xfrm>
        </p:grpSpPr>
        <p:sp>
          <p:nvSpPr>
            <p:cNvPr id="38" name="曲线"/>
            <p:cNvSpPr>
              <a:spLocks/>
            </p:cNvSpPr>
            <p:nvPr/>
          </p:nvSpPr>
          <p:spPr>
            <a:xfrm rot="0">
              <a:off x="876298" y="1266824"/>
              <a:ext cx="1228725" cy="1057275"/>
            </a:xfrm>
            <a:custGeom>
              <a:gdLst>
                <a:gd name="T1" fmla="*/ 0 w 21600"/>
                <a:gd name="T2" fmla="*/ 0 h 21600"/>
                <a:gd name="T3" fmla="*/ 21600 w 21600"/>
                <a:gd name="T4" fmla="*/ 21600 h 21600"/>
              </a:gdLst>
              <a:rect l="T1" t="T2" r="T3" b="T4"/>
              <a:pathLst>
                <a:path w="21600" h="21600">
                  <a:moveTo>
                    <a:pt x="16954" y="0"/>
                  </a:moveTo>
                  <a:lnTo>
                    <a:pt x="4646" y="0"/>
                  </a:lnTo>
                  <a:lnTo>
                    <a:pt x="0" y="10801"/>
                  </a:lnTo>
                  <a:lnTo>
                    <a:pt x="4646" y="21600"/>
                  </a:lnTo>
                  <a:lnTo>
                    <a:pt x="16954" y="21600"/>
                  </a:lnTo>
                  <a:lnTo>
                    <a:pt x="21599" y="10801"/>
                  </a:lnTo>
                  <a:lnTo>
                    <a:pt x="16954" y="0"/>
                  </a:lnTo>
                  <a:close/>
                </a:path>
              </a:pathLst>
            </a:custGeom>
            <a:solidFill>
              <a:srgbClr val="5FCAEE"/>
            </a:solidFill>
            <a:ln cmpd="sng" cap="flat">
              <a:noFill/>
              <a:prstDash val="solid"/>
              <a:miter/>
            </a:ln>
          </p:spPr>
        </p:sp>
        <p:sp>
          <p:nvSpPr>
            <p:cNvPr id="39" name="曲线"/>
            <p:cNvSpPr>
              <a:spLocks/>
            </p:cNvSpPr>
            <p:nvPr/>
          </p:nvSpPr>
          <p:spPr>
            <a:xfrm rot="0">
              <a:off x="1971672" y="990599"/>
              <a:ext cx="647700" cy="561974"/>
            </a:xfrm>
            <a:custGeom>
              <a:gdLst>
                <a:gd name="T1" fmla="*/ 0 w 21600"/>
                <a:gd name="T2" fmla="*/ 0 h 21600"/>
                <a:gd name="T3" fmla="*/ 21600 w 21600"/>
                <a:gd name="T4" fmla="*/ 21600 h 21600"/>
              </a:gdLst>
              <a:rect l="T1" t="T2" r="T3" b="T4"/>
              <a:pathLst>
                <a:path w="21600" h="21600">
                  <a:moveTo>
                    <a:pt x="16915" y="0"/>
                  </a:moveTo>
                  <a:lnTo>
                    <a:pt x="4684" y="0"/>
                  </a:lnTo>
                  <a:lnTo>
                    <a:pt x="0" y="10797"/>
                  </a:lnTo>
                  <a:lnTo>
                    <a:pt x="4684" y="21600"/>
                  </a:lnTo>
                  <a:lnTo>
                    <a:pt x="16915" y="21600"/>
                  </a:lnTo>
                  <a:lnTo>
                    <a:pt x="21600" y="10797"/>
                  </a:lnTo>
                  <a:lnTo>
                    <a:pt x="16915" y="0"/>
                  </a:lnTo>
                  <a:close/>
                </a:path>
              </a:pathLst>
            </a:custGeom>
            <a:solidFill>
              <a:srgbClr val="2D936B"/>
            </a:solidFill>
            <a:ln cmpd="sng" cap="flat">
              <a:noFill/>
              <a:prstDash val="solid"/>
              <a:miter/>
            </a:ln>
          </p:spPr>
        </p:sp>
      </p:grpSp>
      <p:sp>
        <p:nvSpPr>
          <p:cNvPr id="41" name="曲线"/>
          <p:cNvSpPr>
            <a:spLocks/>
          </p:cNvSpPr>
          <p:nvPr/>
        </p:nvSpPr>
        <p:spPr>
          <a:xfrm rot="0">
            <a:off x="3752849" y="1190625"/>
            <a:ext cx="1666874" cy="1438275"/>
          </a:xfrm>
          <a:custGeom>
            <a:gdLst>
              <a:gd name="T1" fmla="*/ 0 w 21600"/>
              <a:gd name="T2" fmla="*/ 0 h 21600"/>
              <a:gd name="T3" fmla="*/ 21600 w 21600"/>
              <a:gd name="T4" fmla="*/ 21600 h 21600"/>
            </a:gdLst>
            <a:rect l="T1" t="T2" r="T3" b="T4"/>
            <a:pathLst>
              <a:path w="21600" h="21600">
                <a:moveTo>
                  <a:pt x="16939" y="0"/>
                </a:moveTo>
                <a:lnTo>
                  <a:pt x="4658" y="0"/>
                </a:lnTo>
                <a:lnTo>
                  <a:pt x="0" y="10798"/>
                </a:lnTo>
                <a:lnTo>
                  <a:pt x="4658" y="21600"/>
                </a:lnTo>
                <a:lnTo>
                  <a:pt x="16939" y="21600"/>
                </a:lnTo>
                <a:lnTo>
                  <a:pt x="21600" y="10798"/>
                </a:lnTo>
                <a:lnTo>
                  <a:pt x="16939" y="0"/>
                </a:lnTo>
                <a:close/>
              </a:path>
            </a:pathLst>
          </a:custGeom>
          <a:solidFill>
            <a:srgbClr val="42D0A1"/>
          </a:solidFill>
          <a:ln cmpd="sng" cap="flat">
            <a:noFill/>
            <a:prstDash val="solid"/>
            <a:miter/>
          </a:ln>
        </p:spPr>
      </p:sp>
      <p:sp>
        <p:nvSpPr>
          <p:cNvPr id="42" name="曲线"/>
          <p:cNvSpPr>
            <a:spLocks/>
          </p:cNvSpPr>
          <p:nvPr/>
        </p:nvSpPr>
        <p:spPr>
          <a:xfrm rot="0">
            <a:off x="3800474" y="5229225"/>
            <a:ext cx="723900" cy="619124"/>
          </a:xfrm>
          <a:custGeom>
            <a:gdLst>
              <a:gd name="T1" fmla="*/ 0 w 21600"/>
              <a:gd name="T2" fmla="*/ 0 h 21600"/>
              <a:gd name="T3" fmla="*/ 21600 w 21600"/>
              <a:gd name="T4" fmla="*/ 21600 h 21600"/>
            </a:gdLst>
            <a:rect l="T1" t="T2" r="T3" b="T4"/>
            <a:pathLst>
              <a:path w="21600" h="21600">
                <a:moveTo>
                  <a:pt x="16980" y="0"/>
                </a:moveTo>
                <a:lnTo>
                  <a:pt x="4619" y="0"/>
                </a:lnTo>
                <a:lnTo>
                  <a:pt x="0" y="10801"/>
                </a:lnTo>
                <a:lnTo>
                  <a:pt x="4619" y="21600"/>
                </a:lnTo>
                <a:lnTo>
                  <a:pt x="16980" y="21600"/>
                </a:lnTo>
                <a:lnTo>
                  <a:pt x="21600" y="10801"/>
                </a:lnTo>
                <a:lnTo>
                  <a:pt x="16980" y="0"/>
                </a:lnTo>
                <a:close/>
              </a:path>
            </a:pathLst>
          </a:custGeom>
          <a:solidFill>
            <a:srgbClr val="42AF51"/>
          </a:solidFill>
          <a:ln cmpd="sng" cap="flat">
            <a:noFill/>
            <a:prstDash val="solid"/>
            <a:miter/>
          </a:ln>
        </p:spPr>
      </p:sp>
      <p:sp>
        <p:nvSpPr>
          <p:cNvPr id="43" name="文本框"/>
          <p:cNvSpPr>
            <a:spLocks noGrp="1"/>
          </p:cNvSpPr>
          <p:nvPr>
            <p:ph type="ctrTitle"/>
          </p:nvPr>
        </p:nvSpPr>
        <p:spPr>
          <a:xfrm rot="0">
            <a:off x="-828675" y="19665"/>
            <a:ext cx="9982200" cy="988060"/>
          </a:xfrm>
          <a:prstGeom prst="rect"/>
          <a:noFill/>
          <a:ln w="12700" cmpd="sng" cap="flat">
            <a:noFill/>
            <a:prstDash val="solid"/>
            <a:miter/>
          </a:ln>
        </p:spPr>
        <p:txBody>
          <a:bodyPr vert="horz" wrap="square" lIns="0" tIns="16510" rIns="0" bIns="0" anchor="t" anchorCtr="0">
            <a:prstTxWarp prst="textNoShape"/>
            <a:spAutoFit/>
          </a:bodyPr>
          <a:lstStyle/>
          <a:p>
            <a:pPr marL="3213735" indent="0" algn="l">
              <a:lnSpc>
                <a:spcPct val="100000"/>
              </a:lnSpc>
              <a:spcBef>
                <a:spcPts val="130"/>
              </a:spcBef>
              <a:spcAft>
                <a:spcPts val="0"/>
              </a:spcAft>
              <a:buNone/>
            </a:pPr>
            <a:r>
              <a:rPr lang="en-US" altLang="zh-CN" sz="3200" b="1" i="0" u="none" strike="noStrike" kern="0" cap="none" spc="0" baseline="0">
                <a:solidFill>
                  <a:srgbClr val="0F0F0F"/>
                </a:solidFill>
                <a:latin typeface="Times New Roman" pitchFamily="18" charset="0"/>
                <a:ea typeface="宋体" pitchFamily="0" charset="0"/>
                <a:cs typeface="Times New Roman" pitchFamily="18" charset="0"/>
              </a:rPr>
              <a:t>Employee Data Analysis using Excel</a:t>
            </a:r>
            <a:r>
              <a:rPr lang="en-US" altLang="zh-CN" sz="3200" b="1" i="0" u="none" strike="noStrike" kern="0" cap="none" spc="0" baseline="0">
                <a:solidFill>
                  <a:srgbClr val="0F0F0F"/>
                </a:solidFill>
                <a:latin typeface="Times New Roman" pitchFamily="18" charset="0"/>
                <a:ea typeface="宋体" pitchFamily="0" charset="0"/>
                <a:cs typeface="Times New Roman" pitchFamily="18" charset="0"/>
              </a:rPr>
              <a:t> </a:t>
            </a:r>
            <a:br>
              <a:rPr lang="zh-CN" altLang="en-US" sz="3200" b="1" i="0" u="none" strike="noStrike" kern="0" cap="none" spc="0" baseline="0">
                <a:solidFill>
                  <a:srgbClr val="0F0F0F"/>
                </a:solidFill>
                <a:latin typeface="Roboto" pitchFamily="2" charset="0"/>
                <a:ea typeface="宋体" pitchFamily="0" charset="0"/>
                <a:cs typeface="Trebuchet MS" pitchFamily="0" charset="0"/>
              </a:rPr>
            </a:br>
            <a:endParaRPr lang="zh-CN" altLang="en-US" sz="3200" b="0" i="0" u="none" strike="noStrike" kern="0" cap="none" spc="15" baseline="0">
              <a:solidFill>
                <a:schemeClr val="tx1"/>
              </a:solidFill>
              <a:latin typeface="Trebuchet MS" pitchFamily="0" charset="0"/>
              <a:ea typeface="宋体" pitchFamily="0" charset="0"/>
              <a:cs typeface="Trebuchet MS" pitchFamily="0" charset="0"/>
            </a:endParaRPr>
          </a:p>
        </p:txBody>
      </p:sp>
      <p:pic>
        <p:nvPicPr>
          <p:cNvPr id="44" name="图片"/>
          <p:cNvPicPr>
            <a:picLocks/>
          </p:cNvPicPr>
          <p:nvPr/>
        </p:nvPicPr>
        <p:blipFill>
          <a:blip r:embed="rId1" cstate="print"/>
          <a:stretch>
            <a:fillRect/>
          </a:stretch>
        </p:blipFill>
        <p:spPr>
          <a:xfrm rot="0">
            <a:off x="676275" y="6467475"/>
            <a:ext cx="2143125" cy="200023"/>
          </a:xfrm>
          <a:prstGeom prst="rect"/>
          <a:noFill/>
          <a:ln w="12700" cmpd="sng" cap="flat">
            <a:noFill/>
            <a:prstDash val="solid"/>
            <a:miter/>
          </a:ln>
        </p:spPr>
      </p:pic>
      <p:sp>
        <p:nvSpPr>
          <p:cNvPr id="45" name="文本框"/>
          <p:cNvSpPr>
            <a:spLocks noGrp="1"/>
          </p:cNvSpPr>
          <p:nvPr>
            <p:ph type="sldNum" idx="7"/>
          </p:nvPr>
        </p:nvSpPr>
        <p:spPr>
          <a:xfrm rot="0">
            <a:off x="11353418" y="6473336"/>
            <a:ext cx="151129" cy="168909"/>
          </a:xfrm>
          <a:prstGeom prst="rect"/>
          <a:noFill/>
          <a:ln w="12700" cmpd="sng" cap="flat">
            <a:noFill/>
            <a:prstDash val="solid"/>
            <a:miter/>
          </a:ln>
        </p:spPr>
        <p:txBody>
          <a:bodyPr vert="horz" wrap="square" lIns="0" tIns="6985" rIns="0" bIns="0" anchor="t" anchorCtr="0">
            <a:prstTxWarp prst="textNoShape"/>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1</a:t>
            </a:fld>
            <a:endParaRPr lang="zh-CN" altLang="en-US" sz="1100" b="0" i="0" u="none" strike="noStrike" kern="1200" cap="none" spc="10" baseline="0">
              <a:solidFill>
                <a:srgbClr val="2D936B"/>
              </a:solidFill>
              <a:latin typeface="Trebuchet MS" pitchFamily="0" charset="0"/>
              <a:ea typeface="宋体" pitchFamily="0" charset="0"/>
              <a:cs typeface="Trebuchet MS" pitchFamily="0" charset="0"/>
            </a:endParaRPr>
          </a:p>
        </p:txBody>
      </p:sp>
      <p:sp>
        <p:nvSpPr>
          <p:cNvPr id="46" name="矩形"/>
          <p:cNvSpPr>
            <a:spLocks/>
          </p:cNvSpPr>
          <p:nvPr/>
        </p:nvSpPr>
        <p:spPr>
          <a:xfrm rot="0">
            <a:off x="1125813" y="2780757"/>
            <a:ext cx="8610599" cy="262509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STUDENT NAME:</a:t>
            </a:r>
            <a:r>
              <a:rPr lang="en-US" altLang="zh-CN" sz="2400" b="0" i="0" u="none" strike="noStrike" kern="1200" cap="none" spc="0" baseline="0">
                <a:solidFill>
                  <a:schemeClr val="tx1"/>
                </a:solidFill>
                <a:latin typeface="Calibri" pitchFamily="0" charset="0"/>
                <a:ea typeface="宋体" pitchFamily="0" charset="0"/>
                <a:cs typeface="Calibri" pitchFamily="0" charset="0"/>
              </a:rPr>
              <a:t> S.Mohana Priya </a:t>
            </a:r>
            <a:endParaRPr lang="en-US" altLang="zh-CN" sz="2400" b="0" i="0" u="none" strike="noStrike" kern="120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REGISTER NO:</a:t>
            </a:r>
            <a:r>
              <a:rPr lang="en-US" altLang="zh-CN" sz="2400" b="0" i="0" u="none" strike="noStrike" kern="1200" cap="none" spc="0" baseline="0">
                <a:solidFill>
                  <a:schemeClr val="tx1"/>
                </a:solidFill>
                <a:latin typeface="Calibri" pitchFamily="0" charset="0"/>
                <a:ea typeface="宋体" pitchFamily="0" charset="0"/>
                <a:cs typeface="Calibri" pitchFamily="0" charset="0"/>
              </a:rPr>
              <a:t> 312201638 </a:t>
            </a:r>
            <a:endParaRPr lang="en-US" altLang="zh-CN" sz="2400" b="0" i="0" u="none" strike="noStrike" kern="120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DEPARTMENT:</a:t>
            </a:r>
            <a:r>
              <a:rPr lang="en-US" altLang="zh-CN" sz="2400" b="0" i="0" u="none" strike="noStrike" kern="1200" cap="none" spc="0" baseline="0">
                <a:solidFill>
                  <a:schemeClr val="tx1"/>
                </a:solidFill>
                <a:latin typeface="Calibri" pitchFamily="0" charset="0"/>
                <a:ea typeface="宋体" pitchFamily="0" charset="0"/>
                <a:cs typeface="Calibri" pitchFamily="0" charset="0"/>
              </a:rPr>
              <a:t> Bcom General (Commerce)</a:t>
            </a:r>
            <a:endParaRPr lang="en-US" altLang="zh-CN" sz="2400" b="0" i="0" u="none" strike="noStrike" kern="120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COLLEGE</a:t>
            </a:r>
            <a:r>
              <a:rPr lang="en-US" altLang="zh-CN" sz="2400" b="0" i="0" u="none" strike="noStrike" kern="1200" cap="none" spc="0" baseline="0">
                <a:solidFill>
                  <a:schemeClr val="tx1"/>
                </a:solidFill>
                <a:latin typeface="Calibri" pitchFamily="0" charset="0"/>
                <a:ea typeface="宋体" pitchFamily="0" charset="0"/>
                <a:cs typeface="Calibri" pitchFamily="0" charset="0"/>
              </a:rPr>
              <a:t>: Prof.Dhanapalan College of Science and Management</a:t>
            </a:r>
            <a:endParaRPr lang="en-US" altLang="zh-CN" sz="2400" b="0" i="0" u="none" strike="noStrike" kern="120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                           padur.</a:t>
            </a:r>
            <a:endParaRPr lang="en-US" altLang="zh-CN" sz="2400" b="0" i="0" u="none" strike="noStrike" kern="120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NM ID:A0190F49FFFC1B2A55F441C8E616FC56</a:t>
            </a:r>
            <a:endParaRPr lang="en-US" altLang="zh-CN" sz="2400" b="0" i="0" u="none" strike="noStrike" kern="1200" cap="none" spc="0" baseline="0">
              <a:solidFill>
                <a:schemeClr val="tx1"/>
              </a:solidFill>
              <a:latin typeface="Calibri" pitchFamily="0" charset="0"/>
              <a:ea typeface="宋体" pitchFamily="0" charset="0"/>
              <a:cs typeface="Calibri" pitchFamily="0" charset="0"/>
            </a:endParaRPr>
          </a:p>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Calibri" pitchFamily="0" charset="0"/>
                <a:ea typeface="宋体" pitchFamily="0" charset="0"/>
                <a:cs typeface="Calibri" pitchFamily="0" charset="0"/>
              </a:rPr>
              <a:t>           </a:t>
            </a:r>
            <a:r>
              <a:rPr lang="en-US" altLang="zh-CN" sz="2400" b="0" i="0" u="none" strike="noStrike" kern="1200" cap="none" spc="0" baseline="0">
                <a:solidFill>
                  <a:schemeClr val="tx1"/>
                </a:solidFill>
                <a:latin typeface="Calibri" pitchFamily="0" charset="0"/>
                <a:ea typeface="宋体" pitchFamily="0" charset="0"/>
                <a:cs typeface="Calibri" pitchFamily="0" charset="0"/>
              </a:rPr>
              <a:t> </a:t>
            </a:r>
            <a:endParaRPr lang="zh-CN" altLang="en-US" sz="2400" b="0" i="0" u="none" strike="noStrike" kern="1200" cap="none" spc="0" baseline="0">
              <a:solidFill>
                <a:schemeClr val="tx1"/>
              </a:solidFill>
              <a:latin typeface="Calibri" pitchFamily="0" charset="0"/>
              <a:ea typeface="宋体" pitchFamily="0" charset="0"/>
              <a:cs typeface="Calibri" pitchFamily="0" charset="0"/>
            </a:endParaRPr>
          </a:p>
        </p:txBody>
      </p:sp>
      <p:sp>
        <p:nvSpPr>
          <p:cNvPr id="47" name="矩形"/>
          <p:cNvSpPr>
            <a:spLocks/>
          </p:cNvSpPr>
          <p:nvPr/>
        </p:nvSpPr>
        <p:spPr>
          <a:xfrm rot="0">
            <a:off x="5465102" y="2802472"/>
            <a:ext cx="1257279" cy="358140"/>
          </a:xfrm>
          <a:prstGeom prst="rect"/>
          <a:noFill/>
          <a:ln w="12700" cmpd="sng" cap="flat">
            <a:noFill/>
            <a:prstDash val="solid"/>
            <a:miter/>
          </a:ln>
        </p:spPr>
      </p:sp>
      <p:sp>
        <p:nvSpPr>
          <p:cNvPr id="48" name="矩形"/>
          <p:cNvSpPr>
            <a:spLocks/>
          </p:cNvSpPr>
          <p:nvPr/>
        </p:nvSpPr>
        <p:spPr>
          <a:xfrm rot="0">
            <a:off x="5471802" y="2807111"/>
            <a:ext cx="1257280" cy="358140"/>
          </a:xfrm>
          <a:prstGeom prst="rect"/>
          <a:noFill/>
          <a:ln w="12700" cmpd="sng" cap="flat">
            <a:noFill/>
            <a:prstDash val="solid"/>
            <a:miter/>
          </a:ln>
        </p:spPr>
      </p:sp>
      <p:sp>
        <p:nvSpPr>
          <p:cNvPr id="188" name="文本框"/>
          <p:cNvSpPr txBox="1">
            <a:spLocks/>
          </p:cNvSpPr>
          <p:nvPr/>
        </p:nvSpPr>
        <p:spPr>
          <a:xfrm rot="0">
            <a:off x="5471802" y="2807111"/>
            <a:ext cx="1257280" cy="3581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Droid Sans" pitchFamily="0" charset="0"/>
              <a:ea typeface="宋体" pitchFamily="0" charset="0"/>
              <a:cs typeface="Lucida Sans" pitchFamily="0" charset="0"/>
            </a:endParaRPr>
          </a:p>
        </p:txBody>
      </p:sp>
    </p:spTree>
    <p:extLst>
      <p:ext uri="{BB962C8B-B14F-4D97-AF65-F5344CB8AC3E}">
        <p14:creationId xmlns:p14="http://schemas.microsoft.com/office/powerpoint/2010/main" val="1467523462"/>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showMasterSp="0">
  <p:cSld>
    <p:bg>
      <p:bgPr>
        <a:solidFill>
          <a:schemeClr val="bg1"/>
        </a:solidFill>
      </p:bgPr>
    </p:bg>
    <p:spTree>
      <p:nvGrpSpPr>
        <p:cNvPr id="1" name=""/>
        <p:cNvGrpSpPr/>
        <p:nvPr/>
      </p:nvGrpSpPr>
      <p:grpSpPr>
        <a:xfrm>
          <a:off x="0" y="0"/>
          <a:ext cx="0" cy="0"/>
          <a:chOff x="0" y="0"/>
          <a:chExt cx="0" cy="0"/>
        </a:xfrm>
      </p:grpSpPr>
      <p:sp>
        <p:nvSpPr>
          <p:cNvPr id="65" name="曲线"/>
          <p:cNvSpPr>
            <a:spLocks/>
          </p:cNvSpPr>
          <p:nvPr/>
        </p:nvSpPr>
        <p:spPr>
          <a:xfrm rot="0">
            <a:off x="0" y="0"/>
            <a:ext cx="12192000" cy="68580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F1F1F1"/>
          </a:solidFill>
          <a:ln cmpd="sng" cap="flat">
            <a:noFill/>
            <a:prstDash val="solid"/>
            <a:miter/>
          </a:ln>
        </p:spPr>
      </p:sp>
      <p:grpSp>
        <p:nvGrpSpPr>
          <p:cNvPr id="75" name="组合"/>
          <p:cNvGrpSpPr>
            <a:grpSpLocks/>
          </p:cNvGrpSpPr>
          <p:nvPr/>
        </p:nvGrpSpPr>
        <p:grpSpPr>
          <a:xfrm>
            <a:off x="123165" y="-95247"/>
            <a:ext cx="11015832" cy="6858463"/>
            <a:chOff x="123165" y="-95247"/>
            <a:chExt cx="11015832" cy="6858463"/>
          </a:xfrm>
        </p:grpSpPr>
        <p:sp>
          <p:nvSpPr>
            <p:cNvPr id="66" name="曲线"/>
            <p:cNvSpPr>
              <a:spLocks/>
            </p:cNvSpPr>
            <p:nvPr/>
          </p:nvSpPr>
          <p:spPr>
            <a:xfrm rot="0">
              <a:off x="4602172" y="-90423"/>
              <a:ext cx="2829701" cy="6853554"/>
            </a:xfrm>
            <a:custGeom>
              <a:gdLst>
                <a:gd name="T1" fmla="*/ 0 w 21600"/>
                <a:gd name="T2" fmla="*/ 0 h 21600"/>
                <a:gd name="T3" fmla="*/ 21600 w 21600"/>
                <a:gd name="T4" fmla="*/ 21600 h 21600"/>
              </a:gdLst>
              <a:rect l="T1" t="T2" r="T3" b="T4"/>
              <a:pathLst>
                <a:path w="21600" h="21600">
                  <a:moveTo>
                    <a:pt x="0" y="0"/>
                  </a:moveTo>
                  <a:lnTo>
                    <a:pt x="21596" y="21596"/>
                  </a:lnTo>
                </a:path>
              </a:pathLst>
            </a:custGeom>
            <a:noFill/>
            <a:ln w="9525" cmpd="sng" cap="flat">
              <a:solidFill>
                <a:srgbClr val="5FCAEE"/>
              </a:solidFill>
              <a:prstDash val="solid"/>
              <a:round/>
            </a:ln>
          </p:spPr>
        </p:sp>
        <p:sp>
          <p:nvSpPr>
            <p:cNvPr id="67" name="曲线"/>
            <p:cNvSpPr>
              <a:spLocks/>
            </p:cNvSpPr>
            <p:nvPr/>
          </p:nvSpPr>
          <p:spPr>
            <a:xfrm rot="0">
              <a:off x="123165" y="3599647"/>
              <a:ext cx="11015018" cy="3163570"/>
            </a:xfrm>
            <a:custGeom>
              <a:gdLst>
                <a:gd name="T1" fmla="*/ 0 w 21600"/>
                <a:gd name="T2" fmla="*/ 0 h 21600"/>
                <a:gd name="T3" fmla="*/ 21600 w 21600"/>
                <a:gd name="T4" fmla="*/ 21600 h 21600"/>
              </a:gdLst>
              <a:rect l="T1" t="T2" r="T3" b="T4"/>
              <a:pathLst>
                <a:path w="21600" h="21600">
                  <a:moveTo>
                    <a:pt x="21599" y="0"/>
                  </a:moveTo>
                  <a:lnTo>
                    <a:pt x="0" y="21596"/>
                  </a:lnTo>
                </a:path>
              </a:pathLst>
            </a:custGeom>
            <a:noFill/>
            <a:ln w="9525" cmpd="sng" cap="flat">
              <a:solidFill>
                <a:srgbClr val="5FCAEE"/>
              </a:solidFill>
              <a:prstDash val="solid"/>
              <a:round/>
            </a:ln>
          </p:spPr>
        </p:sp>
        <p:sp>
          <p:nvSpPr>
            <p:cNvPr id="68" name="曲线"/>
            <p:cNvSpPr>
              <a:spLocks/>
            </p:cNvSpPr>
            <p:nvPr/>
          </p:nvSpPr>
          <p:spPr>
            <a:xfrm rot="0">
              <a:off x="4148591" y="-95247"/>
              <a:ext cx="6989455" cy="6858000"/>
            </a:xfrm>
            <a:custGeom>
              <a:gdLst>
                <a:gd name="T1" fmla="*/ 0 w 21600"/>
                <a:gd name="T2" fmla="*/ 0 h 21600"/>
                <a:gd name="T3" fmla="*/ 21600 w 21600"/>
                <a:gd name="T4" fmla="*/ 21600 h 21600"/>
              </a:gdLst>
              <a:rect l="T1" t="T2" r="T3" b="T4"/>
              <a:pathLst>
                <a:path w="21600" h="21600">
                  <a:moveTo>
                    <a:pt x="21599" y="0"/>
                  </a:moveTo>
                  <a:lnTo>
                    <a:pt x="14670" y="0"/>
                  </a:lnTo>
                  <a:lnTo>
                    <a:pt x="0" y="21597"/>
                  </a:lnTo>
                  <a:lnTo>
                    <a:pt x="21599" y="21597"/>
                  </a:lnTo>
                  <a:lnTo>
                    <a:pt x="21599" y="0"/>
                  </a:lnTo>
                  <a:close/>
                </a:path>
              </a:pathLst>
            </a:custGeom>
            <a:solidFill>
              <a:srgbClr val="5FCAEE">
                <a:alpha val="36000"/>
              </a:srgbClr>
            </a:solidFill>
            <a:ln cmpd="sng" cap="flat">
              <a:noFill/>
              <a:prstDash val="solid"/>
              <a:miter/>
            </a:ln>
          </p:spPr>
        </p:sp>
        <p:sp>
          <p:nvSpPr>
            <p:cNvPr id="69" name="曲线"/>
            <p:cNvSpPr>
              <a:spLocks/>
            </p:cNvSpPr>
            <p:nvPr/>
          </p:nvSpPr>
          <p:spPr>
            <a:xfrm rot="0">
              <a:off x="5125705" y="-95247"/>
              <a:ext cx="6013292" cy="6858000"/>
            </a:xfrm>
            <a:custGeom>
              <a:gdLst>
                <a:gd name="T1" fmla="*/ 0 w 21600"/>
                <a:gd name="T2" fmla="*/ 0 h 21600"/>
                <a:gd name="T3" fmla="*/ 21600 w 21600"/>
                <a:gd name="T4" fmla="*/ 21600 h 21600"/>
              </a:gdLst>
              <a:rect l="T1" t="T2" r="T3" b="T4"/>
              <a:pathLst>
                <a:path w="21600" h="21600">
                  <a:moveTo>
                    <a:pt x="21596" y="0"/>
                  </a:moveTo>
                  <a:lnTo>
                    <a:pt x="0" y="0"/>
                  </a:lnTo>
                  <a:lnTo>
                    <a:pt x="10083" y="21597"/>
                  </a:lnTo>
                  <a:lnTo>
                    <a:pt x="21596" y="21597"/>
                  </a:lnTo>
                  <a:lnTo>
                    <a:pt x="21596" y="0"/>
                  </a:lnTo>
                  <a:close/>
                </a:path>
              </a:pathLst>
            </a:custGeom>
            <a:solidFill>
              <a:srgbClr val="5FCAEE">
                <a:alpha val="20000"/>
              </a:srgbClr>
            </a:solidFill>
            <a:ln cmpd="sng" cap="flat">
              <a:noFill/>
              <a:prstDash val="solid"/>
              <a:miter/>
            </a:ln>
          </p:spPr>
        </p:sp>
        <p:sp>
          <p:nvSpPr>
            <p:cNvPr id="70" name="曲线"/>
            <p:cNvSpPr>
              <a:spLocks/>
            </p:cNvSpPr>
            <p:nvPr/>
          </p:nvSpPr>
          <p:spPr>
            <a:xfrm rot="0">
              <a:off x="3573511" y="2952751"/>
              <a:ext cx="7564535" cy="3810000"/>
            </a:xfrm>
            <a:custGeom>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a:srgbClr val="17AFE3">
                <a:alpha val="66000"/>
              </a:srgbClr>
            </a:solidFill>
            <a:ln cmpd="sng" cap="flat">
              <a:noFill/>
              <a:prstDash val="solid"/>
              <a:miter/>
            </a:ln>
          </p:spPr>
        </p:sp>
        <p:sp>
          <p:nvSpPr>
            <p:cNvPr id="71" name="曲线"/>
            <p:cNvSpPr>
              <a:spLocks/>
            </p:cNvSpPr>
            <p:nvPr/>
          </p:nvSpPr>
          <p:spPr>
            <a:xfrm rot="0">
              <a:off x="4510458" y="-95247"/>
              <a:ext cx="6628186" cy="6858000"/>
            </a:xfrm>
            <a:custGeom>
              <a:gdLst>
                <a:gd name="T1" fmla="*/ 0 w 21600"/>
                <a:gd name="T2" fmla="*/ 0 h 21600"/>
                <a:gd name="T3" fmla="*/ 21600 w 21600"/>
                <a:gd name="T4" fmla="*/ 21600 h 21600"/>
              </a:gdLst>
              <a:rect l="T1" t="T2" r="T3" b="T4"/>
              <a:pathLst>
                <a:path w="21600" h="21600">
                  <a:moveTo>
                    <a:pt x="21598" y="0"/>
                  </a:moveTo>
                  <a:lnTo>
                    <a:pt x="0" y="0"/>
                  </a:lnTo>
                  <a:lnTo>
                    <a:pt x="18691" y="21597"/>
                  </a:lnTo>
                  <a:lnTo>
                    <a:pt x="21598" y="21597"/>
                  </a:lnTo>
                  <a:lnTo>
                    <a:pt x="21598" y="0"/>
                  </a:lnTo>
                  <a:close/>
                </a:path>
              </a:pathLst>
            </a:custGeom>
            <a:solidFill>
              <a:srgbClr val="17AFE3">
                <a:alpha val="50000"/>
              </a:srgbClr>
            </a:solidFill>
            <a:ln cmpd="sng" cap="flat">
              <a:noFill/>
              <a:prstDash val="solid"/>
              <a:miter/>
            </a:ln>
          </p:spPr>
        </p:sp>
        <p:sp>
          <p:nvSpPr>
            <p:cNvPr id="72" name="曲线"/>
            <p:cNvSpPr>
              <a:spLocks/>
            </p:cNvSpPr>
            <p:nvPr/>
          </p:nvSpPr>
          <p:spPr>
            <a:xfrm rot="0">
              <a:off x="8129933" y="-95247"/>
              <a:ext cx="3008112" cy="6858000"/>
            </a:xfrm>
            <a:custGeom>
              <a:gdLst>
                <a:gd name="T1" fmla="*/ 0 w 21600"/>
                <a:gd name="T2" fmla="*/ 0 h 21600"/>
                <a:gd name="T3" fmla="*/ 21600 w 21600"/>
                <a:gd name="T4" fmla="*/ 21600 h 21600"/>
              </a:gdLst>
              <a:rect l="T1" t="T2" r="T3" b="T4"/>
              <a:pathLst>
                <a:path w="21600" h="21600">
                  <a:moveTo>
                    <a:pt x="21598" y="0"/>
                  </a:moveTo>
                  <a:lnTo>
                    <a:pt x="17048" y="0"/>
                  </a:lnTo>
                  <a:lnTo>
                    <a:pt x="0" y="21597"/>
                  </a:lnTo>
                  <a:lnTo>
                    <a:pt x="21598" y="21597"/>
                  </a:lnTo>
                  <a:lnTo>
                    <a:pt x="21598" y="0"/>
                  </a:lnTo>
                  <a:close/>
                </a:path>
              </a:pathLst>
            </a:custGeom>
            <a:solidFill>
              <a:srgbClr val="2D83C3">
                <a:alpha val="70000"/>
              </a:srgbClr>
            </a:solidFill>
            <a:ln cmpd="sng" cap="flat">
              <a:noFill/>
              <a:prstDash val="solid"/>
              <a:miter/>
            </a:ln>
          </p:spPr>
        </p:sp>
        <p:sp>
          <p:nvSpPr>
            <p:cNvPr id="73" name="曲线"/>
            <p:cNvSpPr>
              <a:spLocks/>
            </p:cNvSpPr>
            <p:nvPr/>
          </p:nvSpPr>
          <p:spPr>
            <a:xfrm rot="0">
              <a:off x="8221999" y="-95247"/>
              <a:ext cx="2916704" cy="6858000"/>
            </a:xfrm>
            <a:custGeom>
              <a:gdLst>
                <a:gd name="T1" fmla="*/ 0 w 21600"/>
                <a:gd name="T2" fmla="*/ 0 h 21600"/>
                <a:gd name="T3" fmla="*/ 21600 w 21600"/>
                <a:gd name="T4" fmla="*/ 21600 h 21600"/>
              </a:gdLst>
              <a:rect l="T1" t="T2" r="T3" b="T4"/>
              <a:pathLst>
                <a:path w="21600" h="21600">
                  <a:moveTo>
                    <a:pt x="21595" y="0"/>
                  </a:moveTo>
                  <a:lnTo>
                    <a:pt x="0" y="0"/>
                  </a:lnTo>
                  <a:lnTo>
                    <a:pt x="19166" y="21597"/>
                  </a:lnTo>
                  <a:lnTo>
                    <a:pt x="21595" y="21597"/>
                  </a:lnTo>
                  <a:lnTo>
                    <a:pt x="21595" y="0"/>
                  </a:lnTo>
                  <a:close/>
                </a:path>
              </a:pathLst>
            </a:custGeom>
            <a:solidFill>
              <a:srgbClr val="226192">
                <a:alpha val="80000"/>
              </a:srgbClr>
            </a:solidFill>
            <a:ln cmpd="sng" cap="flat">
              <a:noFill/>
              <a:prstDash val="solid"/>
              <a:miter/>
            </a:ln>
          </p:spPr>
        </p:sp>
        <p:sp>
          <p:nvSpPr>
            <p:cNvPr id="74" name="曲线"/>
            <p:cNvSpPr>
              <a:spLocks/>
            </p:cNvSpPr>
            <p:nvPr/>
          </p:nvSpPr>
          <p:spPr>
            <a:xfrm rot="0">
              <a:off x="6913409" y="3495676"/>
              <a:ext cx="4224636" cy="3267075"/>
            </a:xfrm>
            <a:custGeom>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a:srgbClr val="17AFE3">
                <a:alpha val="66000"/>
              </a:srgbClr>
            </a:solidFill>
            <a:ln cmpd="sng" cap="flat">
              <a:noFill/>
              <a:prstDash val="solid"/>
              <a:miter/>
            </a:ln>
          </p:spPr>
        </p:sp>
      </p:grpSp>
      <p:sp>
        <p:nvSpPr>
          <p:cNvPr id="76" name="曲线"/>
          <p:cNvSpPr>
            <a:spLocks/>
          </p:cNvSpPr>
          <p:nvPr/>
        </p:nvSpPr>
        <p:spPr>
          <a:xfrm rot="0">
            <a:off x="0" y="4010025"/>
            <a:ext cx="447674" cy="2847975"/>
          </a:xfrm>
          <a:custGeom>
            <a:gdLst>
              <a:gd name="T1" fmla="*/ 0 w 21600"/>
              <a:gd name="T2" fmla="*/ 0 h 21600"/>
              <a:gd name="T3" fmla="*/ 21600 w 21600"/>
              <a:gd name="T4" fmla="*/ 21600 h 21600"/>
            </a:gdLst>
            <a:rect l="T1" t="T2" r="T3" b="T4"/>
            <a:pathLst>
              <a:path w="21600" h="21600">
                <a:moveTo>
                  <a:pt x="0" y="0"/>
                </a:moveTo>
                <a:lnTo>
                  <a:pt x="0" y="21600"/>
                </a:lnTo>
                <a:lnTo>
                  <a:pt x="21600" y="21600"/>
                </a:lnTo>
                <a:lnTo>
                  <a:pt x="0" y="0"/>
                </a:lnTo>
                <a:close/>
              </a:path>
            </a:pathLst>
          </a:custGeom>
          <a:solidFill>
            <a:srgbClr val="5FCAEE">
              <a:alpha val="70000"/>
            </a:srgbClr>
          </a:solidFill>
          <a:ln cmpd="sng" cap="flat">
            <a:noFill/>
            <a:prstDash val="solid"/>
            <a:miter/>
          </a:ln>
        </p:spPr>
      </p:sp>
      <p:sp>
        <p:nvSpPr>
          <p:cNvPr id="77" name="曲线"/>
          <p:cNvSpPr>
            <a:spLocks/>
          </p:cNvSpPr>
          <p:nvPr/>
        </p:nvSpPr>
        <p:spPr>
          <a:xfrm rot="0">
            <a:off x="9353550" y="5362575"/>
            <a:ext cx="457199"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miter/>
          </a:ln>
        </p:spPr>
      </p:sp>
      <p:sp>
        <p:nvSpPr>
          <p:cNvPr id="78" name="曲线"/>
          <p:cNvSpPr>
            <a:spLocks/>
          </p:cNvSpPr>
          <p:nvPr/>
        </p:nvSpPr>
        <p:spPr>
          <a:xfrm rot="0">
            <a:off x="6696075" y="1695450"/>
            <a:ext cx="314324" cy="32385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83C3"/>
          </a:solidFill>
          <a:ln cmpd="sng" cap="flat">
            <a:noFill/>
            <a:prstDash val="solid"/>
            <a:miter/>
          </a:ln>
        </p:spPr>
      </p:sp>
      <p:sp>
        <p:nvSpPr>
          <p:cNvPr id="79"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miter/>
          </a:ln>
        </p:spPr>
      </p:sp>
      <p:sp>
        <p:nvSpPr>
          <p:cNvPr id="80" name="文本框"/>
          <p:cNvSpPr>
            <a:spLocks noGrp="1"/>
          </p:cNvSpPr>
          <p:nvPr>
            <p:ph type="title"/>
          </p:nvPr>
        </p:nvSpPr>
        <p:spPr>
          <a:xfrm rot="0">
            <a:off x="739774" y="829626"/>
            <a:ext cx="3909695" cy="664209"/>
          </a:xfrm>
          <a:prstGeom prst="rect"/>
          <a:noFill/>
          <a:ln w="12700" cmpd="sng" cap="flat">
            <a:noFill/>
            <a:prstDash val="solid"/>
            <a:miter/>
          </a:ln>
        </p:spPr>
        <p:txBody>
          <a:bodyPr vert="horz" wrap="square" lIns="0" tIns="16510" rIns="0" bIns="0" anchor="t" anchorCtr="0">
            <a:prstTxWarp prst="textNoShape"/>
            <a:spAutoFit/>
          </a:bodyPr>
          <a:lstStyle/>
          <a:p>
            <a:pPr marL="12700" indent="0" algn="l">
              <a:lnSpc>
                <a:spcPct val="100000"/>
              </a:lnSpc>
              <a:spcBef>
                <a:spcPts val="130"/>
              </a:spcBef>
              <a:spcAft>
                <a:spcPts val="0"/>
              </a:spcAft>
              <a:buNone/>
            </a:pPr>
            <a:r>
              <a:rPr lang="en-US" altLang="zh-CN" sz="4250" b="1" i="0" u="none" strike="noStrike" kern="0" cap="none" spc="5" baseline="0">
                <a:solidFill>
                  <a:schemeClr val="tx1"/>
                </a:solidFill>
                <a:latin typeface="Trebuchet MS" pitchFamily="0" charset="0"/>
                <a:ea typeface="宋体" pitchFamily="0" charset="0"/>
                <a:cs typeface="Trebuchet MS" pitchFamily="0" charset="0"/>
              </a:rPr>
              <a:t>PROJECT</a:t>
            </a:r>
            <a:r>
              <a:rPr lang="en-US" altLang="zh-CN" sz="4250" b="1" i="0" u="none" strike="noStrike" kern="0" cap="none" spc="-85" baseline="0">
                <a:solidFill>
                  <a:schemeClr val="tx1"/>
                </a:solidFill>
                <a:latin typeface="Trebuchet MS" pitchFamily="0" charset="0"/>
                <a:ea typeface="宋体" pitchFamily="0" charset="0"/>
                <a:cs typeface="Trebuchet MS" pitchFamily="0" charset="0"/>
              </a:rPr>
              <a:t> </a:t>
            </a:r>
            <a:r>
              <a:rPr lang="en-US" altLang="zh-CN" sz="4250" b="1" i="0" u="none" strike="noStrike" kern="0" cap="none" spc="25" baseline="0">
                <a:solidFill>
                  <a:schemeClr val="tx1"/>
                </a:solidFill>
                <a:latin typeface="Trebuchet MS" pitchFamily="0" charset="0"/>
                <a:ea typeface="宋体" pitchFamily="0" charset="0"/>
                <a:cs typeface="Trebuchet MS" pitchFamily="0" charset="0"/>
              </a:rPr>
              <a:t>TITLE</a:t>
            </a:r>
            <a:endParaRPr lang="zh-CN" altLang="en-US" sz="4250" b="1" i="0" u="none" strike="noStrike" kern="0" cap="none" spc="0" baseline="0">
              <a:solidFill>
                <a:schemeClr val="tx1"/>
              </a:solidFill>
              <a:latin typeface="Trebuchet MS" pitchFamily="0" charset="0"/>
              <a:ea typeface="宋体" pitchFamily="0" charset="0"/>
              <a:cs typeface="Trebuchet MS" pitchFamily="0" charset="0"/>
            </a:endParaRPr>
          </a:p>
        </p:txBody>
      </p:sp>
      <p:grpSp>
        <p:nvGrpSpPr>
          <p:cNvPr id="83" name="组合"/>
          <p:cNvGrpSpPr>
            <a:grpSpLocks/>
          </p:cNvGrpSpPr>
          <p:nvPr/>
        </p:nvGrpSpPr>
        <p:grpSpPr>
          <a:xfrm>
            <a:off x="466725" y="6410325"/>
            <a:ext cx="3705224" cy="295275"/>
            <a:chOff x="466725" y="6410325"/>
            <a:chExt cx="3705224" cy="295275"/>
          </a:xfrm>
        </p:grpSpPr>
        <p:pic>
          <p:nvPicPr>
            <p:cNvPr id="81" name="图片"/>
            <p:cNvPicPr>
              <a:picLocks/>
            </p:cNvPicPr>
            <p:nvPr/>
          </p:nvPicPr>
          <p:blipFill>
            <a:blip r:embed="rId1" cstate="print"/>
            <a:stretch>
              <a:fillRect/>
            </a:stretch>
          </p:blipFill>
          <p:spPr>
            <a:xfrm rot="0">
              <a:off x="676275" y="6467475"/>
              <a:ext cx="2143125" cy="200023"/>
            </a:xfrm>
            <a:prstGeom prst="rect"/>
            <a:noFill/>
            <a:ln w="12700" cmpd="sng" cap="flat">
              <a:noFill/>
              <a:prstDash val="solid"/>
              <a:miter/>
            </a:ln>
          </p:spPr>
        </p:pic>
        <p:pic>
          <p:nvPicPr>
            <p:cNvPr id="82" name="图片"/>
            <p:cNvPicPr>
              <a:picLocks/>
            </p:cNvPicPr>
            <p:nvPr/>
          </p:nvPicPr>
          <p:blipFill>
            <a:blip r:embed="rId2" cstate="print"/>
            <a:stretch>
              <a:fillRect/>
            </a:stretch>
          </p:blipFill>
          <p:spPr>
            <a:xfrm rot="0">
              <a:off x="466725" y="6410325"/>
              <a:ext cx="3705224" cy="295275"/>
            </a:xfrm>
            <a:prstGeom prst="rect"/>
            <a:noFill/>
            <a:ln w="12700" cmpd="sng" cap="flat">
              <a:noFill/>
              <a:prstDash val="solid"/>
              <a:miter/>
            </a:ln>
          </p:spPr>
        </p:pic>
      </p:grpSp>
      <p:sp>
        <p:nvSpPr>
          <p:cNvPr id="84" name="文本框"/>
          <p:cNvSpPr>
            <a:spLocks noGrp="1"/>
          </p:cNvSpPr>
          <p:nvPr>
            <p:ph type="sldNum" idx="7"/>
          </p:nvPr>
        </p:nvSpPr>
        <p:spPr>
          <a:xfrm rot="0">
            <a:off x="11353418" y="6473336"/>
            <a:ext cx="151129" cy="168909"/>
          </a:xfrm>
          <a:prstGeom prst="rect"/>
          <a:noFill/>
          <a:ln w="12700" cmpd="sng" cap="flat">
            <a:noFill/>
            <a:prstDash val="solid"/>
            <a:miter/>
          </a:ln>
        </p:spPr>
        <p:txBody>
          <a:bodyPr vert="horz" wrap="square" lIns="0" tIns="6985" rIns="0" bIns="0" anchor="t" anchorCtr="0">
            <a:prstTxWarp prst="textNoShape"/>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2</a:t>
            </a:fld>
            <a:endParaRPr lang="zh-CN" altLang="en-US" sz="1100" b="0" i="0" u="none" strike="noStrike" kern="1200" cap="none" spc="10" baseline="0">
              <a:solidFill>
                <a:srgbClr val="2D936B"/>
              </a:solidFill>
              <a:latin typeface="Trebuchet MS" pitchFamily="0" charset="0"/>
              <a:ea typeface="宋体" pitchFamily="0" charset="0"/>
              <a:cs typeface="Trebuchet MS" pitchFamily="0" charset="0"/>
            </a:endParaRPr>
          </a:p>
        </p:txBody>
      </p:sp>
      <p:sp>
        <p:nvSpPr>
          <p:cNvPr id="85" name="矩形"/>
          <p:cNvSpPr>
            <a:spLocks/>
          </p:cNvSpPr>
          <p:nvPr/>
        </p:nvSpPr>
        <p:spPr>
          <a:xfrm rot="0">
            <a:off x="693654" y="2780486"/>
            <a:ext cx="8593228" cy="142493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4400" b="1" i="0" u="none" strike="noStrike" kern="1200" cap="none" spc="0" baseline="0">
                <a:solidFill>
                  <a:srgbClr val="0F0F0F"/>
                </a:solidFill>
                <a:latin typeface="Times New Roman" pitchFamily="18" charset="0"/>
                <a:ea typeface="宋体" pitchFamily="0" charset="0"/>
                <a:cs typeface="Times New Roman" pitchFamily="18" charset="0"/>
              </a:rPr>
              <a:t>Employee Performance Analysis using Excel</a:t>
            </a:r>
            <a:endParaRPr lang="zh-CN" altLang="en-US" sz="2800" b="0" i="0" u="none" strike="noStrike" kern="1200" cap="none" spc="0" baseline="0">
              <a:solidFill>
                <a:srgbClr val="7030A0"/>
              </a:solidFill>
              <a:latin typeface="Times New Roman" pitchFamily="18" charset="0"/>
              <a:ea typeface="宋体" pitchFamily="0" charset="0"/>
              <a:cs typeface="Times New Roman" pitchFamily="18" charset="0"/>
            </a:endParaRPr>
          </a:p>
        </p:txBody>
      </p:sp>
    </p:spTree>
    <p:extLst>
      <p:ext uri="{BB962C8B-B14F-4D97-AF65-F5344CB8AC3E}">
        <p14:creationId xmlns:p14="http://schemas.microsoft.com/office/powerpoint/2010/main" val="1503337590"/>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showMasterSp="0">
  <p:cSld>
    <p:bg>
      <p:bgPr>
        <a:solidFill>
          <a:schemeClr val="bg1"/>
        </a:solidFill>
      </p:bgPr>
    </p:bg>
    <p:spTree>
      <p:nvGrpSpPr>
        <p:cNvPr id="1" name=""/>
        <p:cNvGrpSpPr/>
        <p:nvPr/>
      </p:nvGrpSpPr>
      <p:grpSpPr>
        <a:xfrm>
          <a:off x="0" y="0"/>
          <a:ext cx="0" cy="0"/>
          <a:chOff x="0" y="0"/>
          <a:chExt cx="0" cy="0"/>
        </a:xfrm>
      </p:grpSpPr>
      <p:sp>
        <p:nvSpPr>
          <p:cNvPr id="88" name="曲线"/>
          <p:cNvSpPr>
            <a:spLocks/>
          </p:cNvSpPr>
          <p:nvPr/>
        </p:nvSpPr>
        <p:spPr>
          <a:xfrm rot="0">
            <a:off x="-76200" y="28579"/>
            <a:ext cx="12481713" cy="6858000"/>
          </a:xfrm>
          <a:custGeom>
            <a:gdLst>
              <a:gd name="T1" fmla="*/ 0 w 21600"/>
              <a:gd name="T2" fmla="*/ 0 h 21600"/>
              <a:gd name="T3" fmla="*/ 21600 w 21600"/>
              <a:gd name="T4" fmla="*/ 21600 h 21600"/>
            </a:gdLst>
            <a:rect l="T1" t="T2" r="T3" b="T4"/>
            <a:pathLst>
              <a:path w="21600" h="21600">
                <a:moveTo>
                  <a:pt x="21599" y="0"/>
                </a:moveTo>
                <a:lnTo>
                  <a:pt x="0" y="0"/>
                </a:lnTo>
                <a:lnTo>
                  <a:pt x="0" y="21597"/>
                </a:lnTo>
                <a:lnTo>
                  <a:pt x="21599" y="21597"/>
                </a:lnTo>
                <a:lnTo>
                  <a:pt x="21599" y="0"/>
                </a:lnTo>
                <a:close/>
              </a:path>
            </a:pathLst>
          </a:custGeom>
          <a:solidFill>
            <a:srgbClr val="F1F1F1"/>
          </a:solidFill>
          <a:ln cmpd="sng" cap="flat">
            <a:noFill/>
            <a:prstDash val="solid"/>
            <a:miter/>
          </a:ln>
        </p:spPr>
      </p:sp>
      <p:grpSp>
        <p:nvGrpSpPr>
          <p:cNvPr id="98" name="组合"/>
          <p:cNvGrpSpPr>
            <a:grpSpLocks/>
          </p:cNvGrpSpPr>
          <p:nvPr/>
        </p:nvGrpSpPr>
        <p:grpSpPr>
          <a:xfrm>
            <a:off x="7448612" y="0"/>
            <a:ext cx="4743793" cy="6858466"/>
            <a:chOff x="7448612" y="0"/>
            <a:chExt cx="4743793" cy="6858466"/>
          </a:xfrm>
        </p:grpSpPr>
        <p:sp>
          <p:nvSpPr>
            <p:cNvPr id="89" name="曲线"/>
            <p:cNvSpPr>
              <a:spLocks/>
            </p:cNvSpPr>
            <p:nvPr/>
          </p:nvSpPr>
          <p:spPr>
            <a:xfrm rot="0">
              <a:off x="9377426" y="4825"/>
              <a:ext cx="1218563" cy="6853554"/>
            </a:xfrm>
            <a:custGeom>
              <a:gdLst>
                <a:gd name="T1" fmla="*/ 0 w 21600"/>
                <a:gd name="T2" fmla="*/ 0 h 21600"/>
                <a:gd name="T3" fmla="*/ 21600 w 21600"/>
                <a:gd name="T4" fmla="*/ 21600 h 21600"/>
              </a:gdLst>
              <a:rect l="T1" t="T2" r="T3" b="T4"/>
              <a:pathLst>
                <a:path w="21600" h="21600">
                  <a:moveTo>
                    <a:pt x="0" y="0"/>
                  </a:moveTo>
                  <a:lnTo>
                    <a:pt x="21596" y="21596"/>
                  </a:lnTo>
                </a:path>
              </a:pathLst>
            </a:custGeom>
            <a:noFill/>
            <a:ln w="9525" cmpd="sng" cap="flat">
              <a:solidFill>
                <a:srgbClr val="5FCAEE"/>
              </a:solidFill>
              <a:prstDash val="solid"/>
              <a:round/>
            </a:ln>
          </p:spPr>
        </p:sp>
        <p:sp>
          <p:nvSpPr>
            <p:cNvPr id="90" name="曲线"/>
            <p:cNvSpPr>
              <a:spLocks/>
            </p:cNvSpPr>
            <p:nvPr/>
          </p:nvSpPr>
          <p:spPr>
            <a:xfrm rot="0">
              <a:off x="7448612" y="3694896"/>
              <a:ext cx="4743450" cy="3163570"/>
            </a:xfrm>
            <a:custGeom>
              <a:gdLst>
                <a:gd name="T1" fmla="*/ 0 w 21600"/>
                <a:gd name="T2" fmla="*/ 0 h 21600"/>
                <a:gd name="T3" fmla="*/ 21600 w 21600"/>
                <a:gd name="T4" fmla="*/ 21600 h 21600"/>
              </a:gdLst>
              <a:rect l="T1" t="T2" r="T3" b="T4"/>
              <a:pathLst>
                <a:path w="21600" h="21600">
                  <a:moveTo>
                    <a:pt x="21599" y="0"/>
                  </a:moveTo>
                  <a:lnTo>
                    <a:pt x="0" y="21595"/>
                  </a:lnTo>
                </a:path>
              </a:pathLst>
            </a:custGeom>
            <a:noFill/>
            <a:ln w="9525" cmpd="sng" cap="flat">
              <a:solidFill>
                <a:srgbClr val="5FCAEE"/>
              </a:solidFill>
              <a:prstDash val="solid"/>
              <a:round/>
            </a:ln>
          </p:spPr>
        </p:sp>
        <p:sp>
          <p:nvSpPr>
            <p:cNvPr id="91" name="曲线"/>
            <p:cNvSpPr>
              <a:spLocks/>
            </p:cNvSpPr>
            <p:nvPr/>
          </p:nvSpPr>
          <p:spPr>
            <a:xfrm rot="0">
              <a:off x="9182100" y="0"/>
              <a:ext cx="3009898" cy="6858000"/>
            </a:xfrm>
            <a:custGeom>
              <a:gdLst>
                <a:gd name="T1" fmla="*/ 0 w 21600"/>
                <a:gd name="T2" fmla="*/ 0 h 21600"/>
                <a:gd name="T3" fmla="*/ 21600 w 21600"/>
                <a:gd name="T4" fmla="*/ 21600 h 21600"/>
              </a:gdLst>
              <a:rect l="T1" t="T2" r="T3" b="T4"/>
              <a:pathLst>
                <a:path w="21600" h="21600">
                  <a:moveTo>
                    <a:pt x="21599" y="0"/>
                  </a:moveTo>
                  <a:lnTo>
                    <a:pt x="14671" y="0"/>
                  </a:lnTo>
                  <a:lnTo>
                    <a:pt x="0" y="21599"/>
                  </a:lnTo>
                  <a:lnTo>
                    <a:pt x="21599" y="21599"/>
                  </a:lnTo>
                  <a:lnTo>
                    <a:pt x="21599" y="0"/>
                  </a:lnTo>
                  <a:close/>
                </a:path>
              </a:pathLst>
            </a:custGeom>
            <a:solidFill>
              <a:srgbClr val="5FCAEE">
                <a:alpha val="36000"/>
              </a:srgbClr>
            </a:solidFill>
            <a:ln cmpd="sng" cap="flat">
              <a:noFill/>
              <a:prstDash val="solid"/>
              <a:miter/>
            </a:ln>
          </p:spPr>
        </p:sp>
        <p:sp>
          <p:nvSpPr>
            <p:cNvPr id="92" name="曲线"/>
            <p:cNvSpPr>
              <a:spLocks/>
            </p:cNvSpPr>
            <p:nvPr/>
          </p:nvSpPr>
          <p:spPr>
            <a:xfrm rot="0">
              <a:off x="9602878" y="0"/>
              <a:ext cx="2589527" cy="6858000"/>
            </a:xfrm>
            <a:custGeom>
              <a:gdLst>
                <a:gd name="T1" fmla="*/ 0 w 21600"/>
                <a:gd name="T2" fmla="*/ 0 h 21600"/>
                <a:gd name="T3" fmla="*/ 21600 w 21600"/>
                <a:gd name="T4" fmla="*/ 21600 h 21600"/>
              </a:gdLst>
              <a:rect l="T1" t="T2" r="T3" b="T4"/>
              <a:pathLst>
                <a:path w="21600" h="21600">
                  <a:moveTo>
                    <a:pt x="21596" y="0"/>
                  </a:moveTo>
                  <a:lnTo>
                    <a:pt x="0" y="0"/>
                  </a:lnTo>
                  <a:lnTo>
                    <a:pt x="10083" y="21599"/>
                  </a:lnTo>
                  <a:lnTo>
                    <a:pt x="21596" y="21599"/>
                  </a:lnTo>
                  <a:lnTo>
                    <a:pt x="21596" y="0"/>
                  </a:lnTo>
                  <a:close/>
                </a:path>
              </a:pathLst>
            </a:custGeom>
            <a:solidFill>
              <a:srgbClr val="5FCAEE">
                <a:alpha val="20000"/>
              </a:srgbClr>
            </a:solidFill>
            <a:ln cmpd="sng" cap="flat">
              <a:noFill/>
              <a:prstDash val="solid"/>
              <a:miter/>
            </a:ln>
          </p:spPr>
        </p:sp>
        <p:sp>
          <p:nvSpPr>
            <p:cNvPr id="93" name="曲线"/>
            <p:cNvSpPr>
              <a:spLocks/>
            </p:cNvSpPr>
            <p:nvPr/>
          </p:nvSpPr>
          <p:spPr>
            <a:xfrm rot="0">
              <a:off x="8934450" y="3048000"/>
              <a:ext cx="3257550" cy="3810000"/>
            </a:xfrm>
            <a:custGeom>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a:srgbClr val="17AFE3">
                <a:alpha val="66000"/>
              </a:srgbClr>
            </a:solidFill>
            <a:ln cmpd="sng" cap="flat">
              <a:noFill/>
              <a:prstDash val="solid"/>
              <a:miter/>
            </a:ln>
          </p:spPr>
        </p:sp>
        <p:sp>
          <p:nvSpPr>
            <p:cNvPr id="94" name="曲线"/>
            <p:cNvSpPr>
              <a:spLocks/>
            </p:cNvSpPr>
            <p:nvPr/>
          </p:nvSpPr>
          <p:spPr>
            <a:xfrm rot="0">
              <a:off x="9337930" y="0"/>
              <a:ext cx="2854323" cy="6858000"/>
            </a:xfrm>
            <a:custGeom>
              <a:gdLst>
                <a:gd name="T1" fmla="*/ 0 w 21600"/>
                <a:gd name="T2" fmla="*/ 0 h 21600"/>
                <a:gd name="T3" fmla="*/ 21600 w 21600"/>
                <a:gd name="T4" fmla="*/ 21600 h 21600"/>
              </a:gdLst>
              <a:rect l="T1" t="T2" r="T3" b="T4"/>
              <a:pathLst>
                <a:path w="21600" h="21600">
                  <a:moveTo>
                    <a:pt x="21598" y="0"/>
                  </a:moveTo>
                  <a:lnTo>
                    <a:pt x="0" y="0"/>
                  </a:lnTo>
                  <a:lnTo>
                    <a:pt x="18689" y="21599"/>
                  </a:lnTo>
                  <a:lnTo>
                    <a:pt x="21598" y="21599"/>
                  </a:lnTo>
                  <a:lnTo>
                    <a:pt x="21598" y="0"/>
                  </a:lnTo>
                  <a:close/>
                </a:path>
              </a:pathLst>
            </a:custGeom>
            <a:solidFill>
              <a:srgbClr val="17AFE3">
                <a:alpha val="50000"/>
              </a:srgbClr>
            </a:solidFill>
            <a:ln cmpd="sng" cap="flat">
              <a:noFill/>
              <a:prstDash val="solid"/>
              <a:miter/>
            </a:ln>
          </p:spPr>
        </p:sp>
        <p:sp>
          <p:nvSpPr>
            <p:cNvPr id="95" name="曲线"/>
            <p:cNvSpPr>
              <a:spLocks/>
            </p:cNvSpPr>
            <p:nvPr/>
          </p:nvSpPr>
          <p:spPr>
            <a:xfrm rot="0">
              <a:off x="10896601" y="0"/>
              <a:ext cx="1295400" cy="6858000"/>
            </a:xfrm>
            <a:custGeom>
              <a:gdLst>
                <a:gd name="T1" fmla="*/ 0 w 21600"/>
                <a:gd name="T2" fmla="*/ 0 h 21600"/>
                <a:gd name="T3" fmla="*/ 21600 w 21600"/>
                <a:gd name="T4" fmla="*/ 21600 h 21600"/>
              </a:gdLst>
              <a:rect l="T1" t="T2" r="T3" b="T4"/>
              <a:pathLst>
                <a:path w="21600" h="21600">
                  <a:moveTo>
                    <a:pt x="21598" y="0"/>
                  </a:moveTo>
                  <a:lnTo>
                    <a:pt x="17047" y="0"/>
                  </a:lnTo>
                  <a:lnTo>
                    <a:pt x="0" y="21599"/>
                  </a:lnTo>
                  <a:lnTo>
                    <a:pt x="21598" y="21599"/>
                  </a:lnTo>
                  <a:lnTo>
                    <a:pt x="21598" y="0"/>
                  </a:lnTo>
                  <a:close/>
                </a:path>
              </a:pathLst>
            </a:custGeom>
            <a:solidFill>
              <a:srgbClr val="2D83C3">
                <a:alpha val="70000"/>
              </a:srgbClr>
            </a:solidFill>
            <a:ln cmpd="sng" cap="flat">
              <a:noFill/>
              <a:prstDash val="solid"/>
              <a:miter/>
            </a:ln>
          </p:spPr>
        </p:sp>
        <p:sp>
          <p:nvSpPr>
            <p:cNvPr id="96" name="曲线"/>
            <p:cNvSpPr>
              <a:spLocks/>
            </p:cNvSpPr>
            <p:nvPr/>
          </p:nvSpPr>
          <p:spPr>
            <a:xfrm rot="0">
              <a:off x="10936247" y="0"/>
              <a:ext cx="1256027" cy="6858000"/>
            </a:xfrm>
            <a:custGeom>
              <a:gdLst>
                <a:gd name="T1" fmla="*/ 0 w 21600"/>
                <a:gd name="T2" fmla="*/ 0 h 21600"/>
                <a:gd name="T3" fmla="*/ 21600 w 21600"/>
                <a:gd name="T4" fmla="*/ 21600 h 21600"/>
              </a:gdLst>
              <a:rect l="T1" t="T2" r="T3" b="T4"/>
              <a:pathLst>
                <a:path w="21600" h="21600">
                  <a:moveTo>
                    <a:pt x="21595" y="0"/>
                  </a:moveTo>
                  <a:lnTo>
                    <a:pt x="0" y="0"/>
                  </a:lnTo>
                  <a:lnTo>
                    <a:pt x="19165" y="21599"/>
                  </a:lnTo>
                  <a:lnTo>
                    <a:pt x="21595" y="21599"/>
                  </a:lnTo>
                  <a:lnTo>
                    <a:pt x="21595" y="0"/>
                  </a:lnTo>
                  <a:close/>
                </a:path>
              </a:pathLst>
            </a:custGeom>
            <a:solidFill>
              <a:srgbClr val="226192">
                <a:alpha val="80000"/>
              </a:srgbClr>
            </a:solidFill>
            <a:ln cmpd="sng" cap="flat">
              <a:noFill/>
              <a:prstDash val="solid"/>
              <a:miter/>
            </a:ln>
          </p:spPr>
        </p:sp>
        <p:sp>
          <p:nvSpPr>
            <p:cNvPr id="97" name="曲线"/>
            <p:cNvSpPr>
              <a:spLocks/>
            </p:cNvSpPr>
            <p:nvPr/>
          </p:nvSpPr>
          <p:spPr>
            <a:xfrm rot="0">
              <a:off x="10372725" y="3590925"/>
              <a:ext cx="1819275" cy="3267075"/>
            </a:xfrm>
            <a:custGeom>
              <a:gdLst>
                <a:gd name="T1" fmla="*/ 0 w 21600"/>
                <a:gd name="T2" fmla="*/ 0 h 21600"/>
                <a:gd name="T3" fmla="*/ 21600 w 21600"/>
                <a:gd name="T4" fmla="*/ 21600 h 21600"/>
              </a:gdLst>
              <a:rect l="T1" t="T2" r="T3" b="T4"/>
              <a:pathLst>
                <a:path w="21600" h="21600">
                  <a:moveTo>
                    <a:pt x="21600" y="0"/>
                  </a:moveTo>
                  <a:lnTo>
                    <a:pt x="0" y="21600"/>
                  </a:lnTo>
                  <a:lnTo>
                    <a:pt x="21600" y="21600"/>
                  </a:lnTo>
                  <a:lnTo>
                    <a:pt x="21600" y="0"/>
                  </a:lnTo>
                  <a:close/>
                </a:path>
              </a:pathLst>
            </a:custGeom>
            <a:solidFill>
              <a:srgbClr val="17AFE3">
                <a:alpha val="66000"/>
              </a:srgbClr>
            </a:solidFill>
            <a:ln cmpd="sng" cap="flat">
              <a:noFill/>
              <a:prstDash val="solid"/>
              <a:miter/>
            </a:ln>
          </p:spPr>
        </p:sp>
      </p:grpSp>
      <p:sp>
        <p:nvSpPr>
          <p:cNvPr id="99" name="曲线"/>
          <p:cNvSpPr>
            <a:spLocks/>
          </p:cNvSpPr>
          <p:nvPr/>
        </p:nvSpPr>
        <p:spPr>
          <a:xfrm rot="0">
            <a:off x="0" y="4010025"/>
            <a:ext cx="447674" cy="2847975"/>
          </a:xfrm>
          <a:custGeom>
            <a:gdLst>
              <a:gd name="T1" fmla="*/ 0 w 21600"/>
              <a:gd name="T2" fmla="*/ 0 h 21600"/>
              <a:gd name="T3" fmla="*/ 21600 w 21600"/>
              <a:gd name="T4" fmla="*/ 21600 h 21600"/>
            </a:gdLst>
            <a:rect l="T1" t="T2" r="T3" b="T4"/>
            <a:pathLst>
              <a:path w="21600" h="21600">
                <a:moveTo>
                  <a:pt x="0" y="0"/>
                </a:moveTo>
                <a:lnTo>
                  <a:pt x="0" y="21600"/>
                </a:lnTo>
                <a:lnTo>
                  <a:pt x="21600" y="21600"/>
                </a:lnTo>
                <a:lnTo>
                  <a:pt x="0" y="0"/>
                </a:lnTo>
                <a:close/>
              </a:path>
            </a:pathLst>
          </a:custGeom>
          <a:solidFill>
            <a:srgbClr val="5FCAEE">
              <a:alpha val="70000"/>
            </a:srgbClr>
          </a:solidFill>
          <a:ln cmpd="sng" cap="flat">
            <a:noFill/>
            <a:prstDash val="solid"/>
            <a:miter/>
          </a:ln>
        </p:spPr>
      </p:sp>
      <p:sp>
        <p:nvSpPr>
          <p:cNvPr id="100" name="矩形"/>
          <p:cNvSpPr>
            <a:spLocks/>
          </p:cNvSpPr>
          <p:nvPr/>
        </p:nvSpPr>
        <p:spPr>
          <a:xfrm rot="0">
            <a:off x="752474" y="6486037"/>
            <a:ext cx="1773554" cy="16636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275"/>
              </a:lnSpc>
              <a:spcBef>
                <a:spcPts val="0"/>
              </a:spcBef>
              <a:spcAft>
                <a:spcPts val="0"/>
              </a:spcAft>
              <a:buNone/>
            </a:pPr>
            <a:r>
              <a:rPr lang="en-US" altLang="zh-CN" sz="1100" b="0" i="0" u="none" strike="noStrike" kern="1200" cap="none" spc="20" baseline="0">
                <a:solidFill>
                  <a:srgbClr val="2D83C3"/>
                </a:solidFill>
                <a:latin typeface="Trebuchet MS" pitchFamily="0" charset="0"/>
                <a:ea typeface="宋体" pitchFamily="0" charset="0"/>
                <a:cs typeface="Trebuchet MS" pitchFamily="0" charset="0"/>
              </a:rPr>
              <a:t>3/21/202</a:t>
            </a:r>
            <a:r>
              <a:rPr lang="en-US" altLang="zh-CN" sz="1100" b="0" i="0" u="none" strike="noStrike" kern="1200" cap="none" spc="10" baseline="0">
                <a:solidFill>
                  <a:srgbClr val="2D83C3"/>
                </a:solidFill>
                <a:latin typeface="Trebuchet MS" pitchFamily="0" charset="0"/>
                <a:ea typeface="宋体" pitchFamily="0" charset="0"/>
                <a:cs typeface="Trebuchet MS" pitchFamily="0" charset="0"/>
              </a:rPr>
              <a:t>4</a:t>
            </a:r>
            <a:r>
              <a:rPr lang="en-US" altLang="zh-CN" sz="1100" b="0" i="0" u="none" strike="noStrike" kern="1200" cap="none" spc="0" baseline="0">
                <a:solidFill>
                  <a:srgbClr val="2D83C3"/>
                </a:solidFill>
                <a:latin typeface="Trebuchet MS" pitchFamily="0" charset="0"/>
                <a:ea typeface="宋体" pitchFamily="0" charset="0"/>
                <a:cs typeface="Trebuchet MS" pitchFamily="0" charset="0"/>
              </a:rPr>
              <a:t> </a:t>
            </a:r>
            <a:r>
              <a:rPr lang="en-US" altLang="zh-CN" sz="1100" b="0" i="0" u="none" strike="noStrike" kern="1200" cap="none" spc="130" baseline="0">
                <a:solidFill>
                  <a:srgbClr val="2D83C3"/>
                </a:solidFill>
                <a:latin typeface="Trebuchet MS" pitchFamily="0" charset="0"/>
                <a:ea typeface="宋体" pitchFamily="0" charset="0"/>
                <a:cs typeface="Trebuchet MS" pitchFamily="0" charset="0"/>
              </a:rPr>
              <a:t> </a:t>
            </a:r>
            <a:r>
              <a:rPr lang="en-US" altLang="zh-CN" sz="1100" b="1" i="0" u="none" strike="noStrike" kern="1200" cap="none" spc="50" baseline="0">
                <a:solidFill>
                  <a:srgbClr val="2D83C3"/>
                </a:solidFill>
                <a:latin typeface="Trebuchet MS" pitchFamily="0" charset="0"/>
                <a:ea typeface="宋体" pitchFamily="0" charset="0"/>
                <a:cs typeface="Trebuchet MS" pitchFamily="0" charset="0"/>
              </a:rPr>
              <a:t>A</a:t>
            </a:r>
            <a:r>
              <a:rPr lang="en-US" altLang="zh-CN" sz="1100" b="1" i="0" u="none" strike="noStrike" kern="1200" cap="none" spc="15" baseline="0">
                <a:solidFill>
                  <a:srgbClr val="2D83C3"/>
                </a:solidFill>
                <a:latin typeface="Trebuchet MS" pitchFamily="0" charset="0"/>
                <a:ea typeface="宋体" pitchFamily="0" charset="0"/>
                <a:cs typeface="Trebuchet MS" pitchFamily="0" charset="0"/>
              </a:rPr>
              <a:t>nnu</a:t>
            </a:r>
            <a:r>
              <a:rPr lang="en-US" altLang="zh-CN" sz="1100" b="1" i="0" u="none" strike="noStrike" kern="1200" cap="none" spc="10" baseline="0">
                <a:solidFill>
                  <a:srgbClr val="2D83C3"/>
                </a:solidFill>
                <a:latin typeface="Trebuchet MS" pitchFamily="0" charset="0"/>
                <a:ea typeface="宋体" pitchFamily="0" charset="0"/>
                <a:cs typeface="Trebuchet MS" pitchFamily="0" charset="0"/>
              </a:rPr>
              <a:t>al</a:t>
            </a:r>
            <a:r>
              <a:rPr lang="en-US" altLang="zh-CN" sz="1100" b="1" i="0" u="none" strike="noStrike" kern="1200" cap="none" spc="-140" baseline="0">
                <a:solidFill>
                  <a:srgbClr val="2D83C3"/>
                </a:solidFill>
                <a:latin typeface="Trebuchet MS" pitchFamily="0" charset="0"/>
                <a:ea typeface="宋体" pitchFamily="0" charset="0"/>
                <a:cs typeface="Trebuchet MS" pitchFamily="0" charset="0"/>
              </a:rPr>
              <a:t> </a:t>
            </a:r>
            <a:r>
              <a:rPr lang="en-US" altLang="zh-CN" sz="1100" b="1" i="0" u="none" strike="noStrike" kern="1200" cap="none" spc="0" baseline="0">
                <a:solidFill>
                  <a:srgbClr val="2D83C3"/>
                </a:solidFill>
                <a:latin typeface="Trebuchet MS" pitchFamily="0" charset="0"/>
                <a:ea typeface="宋体" pitchFamily="0" charset="0"/>
                <a:cs typeface="Trebuchet MS" pitchFamily="0" charset="0"/>
              </a:rPr>
              <a:t>R</a:t>
            </a:r>
            <a:r>
              <a:rPr lang="en-US" altLang="zh-CN" sz="1100" b="1" i="0" u="none" strike="noStrike" kern="1200" cap="none" spc="35" baseline="0">
                <a:solidFill>
                  <a:srgbClr val="2D83C3"/>
                </a:solidFill>
                <a:latin typeface="Trebuchet MS" pitchFamily="0" charset="0"/>
                <a:ea typeface="宋体" pitchFamily="0" charset="0"/>
                <a:cs typeface="Trebuchet MS" pitchFamily="0" charset="0"/>
              </a:rPr>
              <a:t>e</a:t>
            </a:r>
            <a:r>
              <a:rPr lang="en-US" altLang="zh-CN" sz="1100" b="1" i="0" u="none" strike="noStrike" kern="1200" cap="none" spc="90" baseline="0">
                <a:solidFill>
                  <a:srgbClr val="2D83C3"/>
                </a:solidFill>
                <a:latin typeface="Trebuchet MS" pitchFamily="0" charset="0"/>
                <a:ea typeface="宋体" pitchFamily="0" charset="0"/>
                <a:cs typeface="Trebuchet MS" pitchFamily="0" charset="0"/>
              </a:rPr>
              <a:t>v</a:t>
            </a:r>
            <a:r>
              <a:rPr lang="en-US" altLang="zh-CN" sz="1100" b="1" i="0" u="none" strike="noStrike" kern="1200" cap="none" spc="-35" baseline="0">
                <a:solidFill>
                  <a:srgbClr val="2D83C3"/>
                </a:solidFill>
                <a:latin typeface="Trebuchet MS" pitchFamily="0" charset="0"/>
                <a:ea typeface="宋体" pitchFamily="0" charset="0"/>
                <a:cs typeface="Trebuchet MS" pitchFamily="0" charset="0"/>
              </a:rPr>
              <a:t>i</a:t>
            </a:r>
            <a:r>
              <a:rPr lang="en-US" altLang="zh-CN" sz="1100" b="1" i="0" u="none" strike="noStrike" kern="1200" cap="none" spc="35" baseline="0">
                <a:solidFill>
                  <a:srgbClr val="2D83C3"/>
                </a:solidFill>
                <a:latin typeface="Trebuchet MS" pitchFamily="0" charset="0"/>
                <a:ea typeface="宋体" pitchFamily="0" charset="0"/>
                <a:cs typeface="Trebuchet MS" pitchFamily="0" charset="0"/>
              </a:rPr>
              <a:t>e</a:t>
            </a:r>
            <a:r>
              <a:rPr lang="en-US" altLang="zh-CN" sz="1100" b="1" i="0" u="none" strike="noStrike" kern="1200" cap="none" spc="15" baseline="0">
                <a:solidFill>
                  <a:srgbClr val="2D83C3"/>
                </a:solidFill>
                <a:latin typeface="Trebuchet MS" pitchFamily="0" charset="0"/>
                <a:ea typeface="宋体" pitchFamily="0" charset="0"/>
                <a:cs typeface="Trebuchet MS" pitchFamily="0" charset="0"/>
              </a:rPr>
              <a:t>w</a:t>
            </a:r>
            <a:endParaRPr lang="zh-CN" altLang="en-US" sz="1100" b="0" i="0" u="none" strike="noStrike" kern="1200" cap="none" spc="0" baseline="0">
              <a:solidFill>
                <a:schemeClr val="tx1"/>
              </a:solidFill>
              <a:latin typeface="Trebuchet MS" pitchFamily="0" charset="0"/>
              <a:ea typeface="宋体" pitchFamily="0" charset="0"/>
              <a:cs typeface="Trebuchet MS" pitchFamily="0" charset="0"/>
            </a:endParaRPr>
          </a:p>
        </p:txBody>
      </p:sp>
      <p:sp>
        <p:nvSpPr>
          <p:cNvPr id="101" name="曲线"/>
          <p:cNvSpPr>
            <a:spLocks/>
          </p:cNvSpPr>
          <p:nvPr/>
        </p:nvSpPr>
        <p:spPr>
          <a:xfrm rot="0">
            <a:off x="7362825" y="447674"/>
            <a:ext cx="361950" cy="361950"/>
          </a:xfrm>
          <a:custGeom>
            <a:gdLst>
              <a:gd name="T1" fmla="*/ 0 w 21600"/>
              <a:gd name="T2" fmla="*/ 0 h 21600"/>
              <a:gd name="T3" fmla="*/ 21600 w 21600"/>
              <a:gd name="T4" fmla="*/ 21600 h 21600"/>
            </a:gdLst>
            <a:rect l="T1" t="T2" r="T3" b="T4"/>
            <a:pathLst>
              <a:path w="21600" h="21600">
                <a:moveTo>
                  <a:pt x="10800" y="0"/>
                </a:moveTo>
                <a:lnTo>
                  <a:pt x="7928" y="385"/>
                </a:lnTo>
                <a:lnTo>
                  <a:pt x="5349" y="1474"/>
                </a:lnTo>
                <a:lnTo>
                  <a:pt x="3161" y="3161"/>
                </a:lnTo>
                <a:lnTo>
                  <a:pt x="1473" y="5347"/>
                </a:lnTo>
                <a:lnTo>
                  <a:pt x="383" y="7928"/>
                </a:lnTo>
                <a:lnTo>
                  <a:pt x="0" y="10800"/>
                </a:lnTo>
                <a:lnTo>
                  <a:pt x="383" y="13671"/>
                </a:lnTo>
                <a:lnTo>
                  <a:pt x="1473" y="16250"/>
                </a:lnTo>
                <a:lnTo>
                  <a:pt x="3161" y="18436"/>
                </a:lnTo>
                <a:lnTo>
                  <a:pt x="5349" y="20124"/>
                </a:lnTo>
                <a:lnTo>
                  <a:pt x="7928" y="21214"/>
                </a:lnTo>
                <a:lnTo>
                  <a:pt x="10800" y="21600"/>
                </a:lnTo>
                <a:lnTo>
                  <a:pt x="13669" y="21214"/>
                </a:lnTo>
                <a:lnTo>
                  <a:pt x="16250" y="20124"/>
                </a:lnTo>
                <a:lnTo>
                  <a:pt x="18435" y="18436"/>
                </a:lnTo>
                <a:lnTo>
                  <a:pt x="20124" y="16250"/>
                </a:lnTo>
                <a:lnTo>
                  <a:pt x="21214" y="13671"/>
                </a:lnTo>
                <a:lnTo>
                  <a:pt x="21600" y="10800"/>
                </a:lnTo>
                <a:lnTo>
                  <a:pt x="21214" y="7928"/>
                </a:lnTo>
                <a:lnTo>
                  <a:pt x="20124" y="5347"/>
                </a:lnTo>
                <a:lnTo>
                  <a:pt x="18435" y="3161"/>
                </a:lnTo>
                <a:lnTo>
                  <a:pt x="16250" y="1474"/>
                </a:lnTo>
                <a:lnTo>
                  <a:pt x="13669" y="385"/>
                </a:lnTo>
                <a:lnTo>
                  <a:pt x="10800" y="0"/>
                </a:lnTo>
                <a:close/>
              </a:path>
            </a:pathLst>
          </a:custGeom>
          <a:solidFill>
            <a:srgbClr val="EBEBEB"/>
          </a:solidFill>
          <a:ln cmpd="sng" cap="flat">
            <a:noFill/>
            <a:prstDash val="solid"/>
            <a:miter/>
          </a:ln>
        </p:spPr>
      </p:sp>
      <p:sp>
        <p:nvSpPr>
          <p:cNvPr id="102" name="曲线"/>
          <p:cNvSpPr>
            <a:spLocks/>
          </p:cNvSpPr>
          <p:nvPr/>
        </p:nvSpPr>
        <p:spPr>
          <a:xfrm rot="0">
            <a:off x="11010900" y="5610225"/>
            <a:ext cx="647699" cy="647700"/>
          </a:xfrm>
          <a:custGeom>
            <a:gdLst>
              <a:gd name="T1" fmla="*/ 0 w 21600"/>
              <a:gd name="T2" fmla="*/ 0 h 21600"/>
              <a:gd name="T3" fmla="*/ 21600 w 21600"/>
              <a:gd name="T4" fmla="*/ 21600 h 21600"/>
            </a:gdLst>
            <a:rect l="T1" t="T2" r="T3" b="T4"/>
            <a:pathLst>
              <a:path w="21600" h="21600">
                <a:moveTo>
                  <a:pt x="10800" y="0"/>
                </a:moveTo>
                <a:lnTo>
                  <a:pt x="9203" y="117"/>
                </a:lnTo>
                <a:lnTo>
                  <a:pt x="7681" y="455"/>
                </a:lnTo>
                <a:lnTo>
                  <a:pt x="6245" y="1003"/>
                </a:lnTo>
                <a:lnTo>
                  <a:pt x="4917" y="1739"/>
                </a:lnTo>
                <a:lnTo>
                  <a:pt x="3712" y="2648"/>
                </a:lnTo>
                <a:lnTo>
                  <a:pt x="2649" y="3713"/>
                </a:lnTo>
                <a:lnTo>
                  <a:pt x="1740" y="4917"/>
                </a:lnTo>
                <a:lnTo>
                  <a:pt x="1002" y="6246"/>
                </a:lnTo>
                <a:lnTo>
                  <a:pt x="456" y="7680"/>
                </a:lnTo>
                <a:lnTo>
                  <a:pt x="115" y="9202"/>
                </a:lnTo>
                <a:lnTo>
                  <a:pt x="0" y="10800"/>
                </a:lnTo>
                <a:lnTo>
                  <a:pt x="115" y="12395"/>
                </a:lnTo>
                <a:lnTo>
                  <a:pt x="456" y="13917"/>
                </a:lnTo>
                <a:lnTo>
                  <a:pt x="1002" y="15352"/>
                </a:lnTo>
                <a:lnTo>
                  <a:pt x="1740" y="16679"/>
                </a:lnTo>
                <a:lnTo>
                  <a:pt x="2649" y="17883"/>
                </a:lnTo>
                <a:lnTo>
                  <a:pt x="3712" y="18950"/>
                </a:lnTo>
                <a:lnTo>
                  <a:pt x="4917" y="19857"/>
                </a:lnTo>
                <a:lnTo>
                  <a:pt x="6245" y="20596"/>
                </a:lnTo>
                <a:lnTo>
                  <a:pt x="7681" y="21142"/>
                </a:lnTo>
                <a:lnTo>
                  <a:pt x="9203" y="21481"/>
                </a:lnTo>
                <a:lnTo>
                  <a:pt x="10800" y="21600"/>
                </a:lnTo>
                <a:lnTo>
                  <a:pt x="12393" y="21481"/>
                </a:lnTo>
                <a:lnTo>
                  <a:pt x="13916" y="21142"/>
                </a:lnTo>
                <a:lnTo>
                  <a:pt x="15350" y="20596"/>
                </a:lnTo>
                <a:lnTo>
                  <a:pt x="16680" y="19857"/>
                </a:lnTo>
                <a:lnTo>
                  <a:pt x="17884" y="18950"/>
                </a:lnTo>
                <a:lnTo>
                  <a:pt x="18950" y="17883"/>
                </a:lnTo>
                <a:lnTo>
                  <a:pt x="19858" y="16679"/>
                </a:lnTo>
                <a:lnTo>
                  <a:pt x="20593" y="15352"/>
                </a:lnTo>
                <a:lnTo>
                  <a:pt x="21140" y="13917"/>
                </a:lnTo>
                <a:lnTo>
                  <a:pt x="21482" y="12395"/>
                </a:lnTo>
                <a:lnTo>
                  <a:pt x="21600" y="10800"/>
                </a:lnTo>
                <a:lnTo>
                  <a:pt x="21482" y="9202"/>
                </a:lnTo>
                <a:lnTo>
                  <a:pt x="21140" y="7680"/>
                </a:lnTo>
                <a:lnTo>
                  <a:pt x="20593" y="6246"/>
                </a:lnTo>
                <a:lnTo>
                  <a:pt x="19858" y="4917"/>
                </a:lnTo>
                <a:lnTo>
                  <a:pt x="18950" y="3713"/>
                </a:lnTo>
                <a:lnTo>
                  <a:pt x="17884" y="2648"/>
                </a:lnTo>
                <a:lnTo>
                  <a:pt x="16680" y="1739"/>
                </a:lnTo>
                <a:lnTo>
                  <a:pt x="15350" y="1003"/>
                </a:lnTo>
                <a:lnTo>
                  <a:pt x="13916" y="455"/>
                </a:lnTo>
                <a:lnTo>
                  <a:pt x="12393" y="117"/>
                </a:lnTo>
                <a:lnTo>
                  <a:pt x="10800" y="0"/>
                </a:lnTo>
                <a:close/>
              </a:path>
            </a:pathLst>
          </a:custGeom>
          <a:solidFill>
            <a:srgbClr val="2D83C3"/>
          </a:solidFill>
          <a:ln cmpd="sng" cap="flat">
            <a:noFill/>
            <a:prstDash val="solid"/>
            <a:miter/>
          </a:ln>
        </p:spPr>
      </p:sp>
      <p:pic>
        <p:nvPicPr>
          <p:cNvPr id="103" name="图片"/>
          <p:cNvPicPr>
            <a:picLocks/>
          </p:cNvPicPr>
          <p:nvPr/>
        </p:nvPicPr>
        <p:blipFill>
          <a:blip r:embed="rId1" cstate="print"/>
          <a:stretch>
            <a:fillRect/>
          </a:stretch>
        </p:blipFill>
        <p:spPr>
          <a:xfrm rot="0">
            <a:off x="10687050" y="6134100"/>
            <a:ext cx="247648" cy="247650"/>
          </a:xfrm>
          <a:prstGeom prst="rect"/>
          <a:noFill/>
          <a:ln w="12700" cmpd="sng" cap="flat">
            <a:noFill/>
            <a:prstDash val="solid"/>
            <a:miter/>
          </a:ln>
        </p:spPr>
      </p:pic>
      <p:grpSp>
        <p:nvGrpSpPr>
          <p:cNvPr id="106" name="组合"/>
          <p:cNvGrpSpPr>
            <a:grpSpLocks/>
          </p:cNvGrpSpPr>
          <p:nvPr/>
        </p:nvGrpSpPr>
        <p:grpSpPr>
          <a:xfrm>
            <a:off x="47625" y="3819523"/>
            <a:ext cx="4124324" cy="3009896"/>
            <a:chOff x="47625" y="3819523"/>
            <a:chExt cx="4124324" cy="3009896"/>
          </a:xfrm>
        </p:grpSpPr>
        <p:pic>
          <p:nvPicPr>
            <p:cNvPr id="104" name="图片"/>
            <p:cNvPicPr>
              <a:picLocks/>
            </p:cNvPicPr>
            <p:nvPr/>
          </p:nvPicPr>
          <p:blipFill>
            <a:blip r:embed="rId2" cstate="print"/>
            <a:stretch>
              <a:fillRect/>
            </a:stretch>
          </p:blipFill>
          <p:spPr>
            <a:xfrm rot="0">
              <a:off x="466725" y="6410325"/>
              <a:ext cx="3705224" cy="295275"/>
            </a:xfrm>
            <a:prstGeom prst="rect"/>
            <a:noFill/>
            <a:ln w="12700" cmpd="sng" cap="flat">
              <a:noFill/>
              <a:prstDash val="solid"/>
              <a:miter/>
            </a:ln>
          </p:spPr>
        </p:pic>
        <p:pic>
          <p:nvPicPr>
            <p:cNvPr id="105" name="图片"/>
            <p:cNvPicPr>
              <a:picLocks/>
            </p:cNvPicPr>
            <p:nvPr/>
          </p:nvPicPr>
          <p:blipFill>
            <a:blip r:embed="rId3" cstate="print"/>
            <a:stretch>
              <a:fillRect/>
            </a:stretch>
          </p:blipFill>
          <p:spPr>
            <a:xfrm rot="0">
              <a:off x="47625" y="3819523"/>
              <a:ext cx="1733550" cy="3009896"/>
            </a:xfrm>
            <a:prstGeom prst="rect"/>
            <a:noFill/>
            <a:ln w="12700" cmpd="sng" cap="flat">
              <a:noFill/>
              <a:prstDash val="solid"/>
              <a:miter/>
            </a:ln>
          </p:spPr>
        </p:pic>
      </p:grpSp>
      <p:sp>
        <p:nvSpPr>
          <p:cNvPr id="107" name="文本框"/>
          <p:cNvSpPr>
            <a:spLocks noGrp="1"/>
          </p:cNvSpPr>
          <p:nvPr>
            <p:ph type="title"/>
          </p:nvPr>
        </p:nvSpPr>
        <p:spPr>
          <a:xfrm rot="0">
            <a:off x="739774" y="445387"/>
            <a:ext cx="2357120" cy="737235"/>
          </a:xfrm>
          <a:prstGeom prst="rect"/>
          <a:noFill/>
          <a:ln w="12700" cmpd="sng" cap="flat">
            <a:noFill/>
            <a:prstDash val="solid"/>
            <a:miter/>
          </a:ln>
        </p:spPr>
        <p:txBody>
          <a:bodyPr vert="horz" wrap="square" lIns="0" tIns="13334" rIns="0" bIns="0" anchor="t" anchorCtr="0">
            <a:prstTxWarp prst="textNoShape"/>
            <a:spAutoFit/>
          </a:bodyPr>
          <a:lstStyle/>
          <a:p>
            <a:pPr marL="12700" indent="0" algn="l">
              <a:lnSpc>
                <a:spcPct val="100000"/>
              </a:lnSpc>
              <a:spcBef>
                <a:spcPts val="104"/>
              </a:spcBef>
              <a:spcAft>
                <a:spcPts val="0"/>
              </a:spcAft>
              <a:buNone/>
            </a:pPr>
            <a:r>
              <a:rPr lang="en-US" altLang="zh-CN" sz="4800" b="1" i="0" u="none" strike="noStrike" kern="0" cap="none" spc="25" baseline="0">
                <a:solidFill>
                  <a:schemeClr val="tx1"/>
                </a:solidFill>
                <a:latin typeface="Trebuchet MS" pitchFamily="0" charset="0"/>
                <a:ea typeface="宋体" pitchFamily="0" charset="0"/>
                <a:cs typeface="Trebuchet MS" pitchFamily="0" charset="0"/>
              </a:rPr>
              <a:t>A</a:t>
            </a:r>
            <a:r>
              <a:rPr lang="en-US" altLang="zh-CN" sz="4800" b="1" i="0" u="none" strike="noStrike" kern="0" cap="none" spc="-5" baseline="0">
                <a:solidFill>
                  <a:schemeClr val="tx1"/>
                </a:solidFill>
                <a:latin typeface="Trebuchet MS" pitchFamily="0" charset="0"/>
                <a:ea typeface="宋体" pitchFamily="0" charset="0"/>
                <a:cs typeface="Trebuchet MS" pitchFamily="0" charset="0"/>
              </a:rPr>
              <a:t>G</a:t>
            </a:r>
            <a:r>
              <a:rPr lang="en-US" altLang="zh-CN" sz="4800" b="1" i="0" u="none" strike="noStrike" kern="0" cap="none" spc="-35" baseline="0">
                <a:solidFill>
                  <a:schemeClr val="tx1"/>
                </a:solidFill>
                <a:latin typeface="Trebuchet MS" pitchFamily="0" charset="0"/>
                <a:ea typeface="宋体" pitchFamily="0" charset="0"/>
                <a:cs typeface="Trebuchet MS" pitchFamily="0" charset="0"/>
              </a:rPr>
              <a:t>E</a:t>
            </a:r>
            <a:r>
              <a:rPr lang="en-US" altLang="zh-CN" sz="4800" b="1" i="0" u="none" strike="noStrike" kern="0" cap="none" spc="15" baseline="0">
                <a:solidFill>
                  <a:schemeClr val="tx1"/>
                </a:solidFill>
                <a:latin typeface="Trebuchet MS" pitchFamily="0" charset="0"/>
                <a:ea typeface="宋体" pitchFamily="0" charset="0"/>
                <a:cs typeface="Trebuchet MS" pitchFamily="0" charset="0"/>
              </a:rPr>
              <a:t>N</a:t>
            </a:r>
            <a:r>
              <a:rPr lang="en-US" altLang="zh-CN" sz="4800" b="1" i="0" u="none" strike="noStrike" kern="0" cap="none" spc="0" baseline="0">
                <a:solidFill>
                  <a:schemeClr val="tx1"/>
                </a:solidFill>
                <a:latin typeface="Trebuchet MS" pitchFamily="0" charset="0"/>
                <a:ea typeface="宋体" pitchFamily="0" charset="0"/>
                <a:cs typeface="Trebuchet MS" pitchFamily="0" charset="0"/>
              </a:rPr>
              <a:t>DA</a:t>
            </a:r>
            <a:endParaRPr lang="zh-CN" altLang="en-US" sz="4800" b="1" i="0" u="none" strike="noStrike" kern="0" cap="none" spc="0" baseline="0">
              <a:solidFill>
                <a:schemeClr val="tx1"/>
              </a:solidFill>
              <a:latin typeface="Trebuchet MS" pitchFamily="0" charset="0"/>
              <a:ea typeface="宋体" pitchFamily="0" charset="0"/>
              <a:cs typeface="Trebuchet MS" pitchFamily="0" charset="0"/>
            </a:endParaRPr>
          </a:p>
        </p:txBody>
      </p:sp>
      <p:sp>
        <p:nvSpPr>
          <p:cNvPr id="108" name="文本框"/>
          <p:cNvSpPr>
            <a:spLocks noGrp="1"/>
          </p:cNvSpPr>
          <p:nvPr>
            <p:ph type="sldNum" idx="7"/>
          </p:nvPr>
        </p:nvSpPr>
        <p:spPr>
          <a:xfrm rot="0">
            <a:off x="11353418" y="6473336"/>
            <a:ext cx="151129" cy="168909"/>
          </a:xfrm>
          <a:prstGeom prst="rect"/>
          <a:noFill/>
          <a:ln w="12700" cmpd="sng" cap="flat">
            <a:noFill/>
            <a:prstDash val="solid"/>
            <a:miter/>
          </a:ln>
        </p:spPr>
        <p:txBody>
          <a:bodyPr vert="horz" wrap="square" lIns="0" tIns="6985" rIns="0" bIns="0" anchor="t" anchorCtr="0">
            <a:prstTxWarp prst="textNoShape"/>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3</a:t>
            </a:fld>
            <a:endParaRPr lang="zh-CN" altLang="en-US" sz="1100" b="0" i="0" u="none" strike="noStrike" kern="1200" cap="none" spc="10" baseline="0">
              <a:solidFill>
                <a:srgbClr val="2D936B"/>
              </a:solidFill>
              <a:latin typeface="Trebuchet MS" pitchFamily="0" charset="0"/>
              <a:ea typeface="宋体" pitchFamily="0" charset="0"/>
              <a:cs typeface="Trebuchet MS" pitchFamily="0" charset="0"/>
            </a:endParaRPr>
          </a:p>
        </p:txBody>
      </p:sp>
      <p:sp>
        <p:nvSpPr>
          <p:cNvPr id="109" name="矩形"/>
          <p:cNvSpPr>
            <a:spLocks/>
          </p:cNvSpPr>
          <p:nvPr/>
        </p:nvSpPr>
        <p:spPr>
          <a:xfrm rot="0">
            <a:off x="2509806" y="1041533"/>
            <a:ext cx="5029200" cy="437768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endPar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rPr>
              <a:t>Problem Statement</a:t>
            </a:r>
            <a:endPar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rPr>
              <a:t>Project Overview</a:t>
            </a:r>
            <a:endPar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rPr>
              <a:t>End Users</a:t>
            </a:r>
            <a:endPar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rPr>
              <a:t>Our Solution and Proposition</a:t>
            </a:r>
            <a:endPar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rPr>
              <a:t>Dataset Description</a:t>
            </a:r>
            <a:endPar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rPr>
              <a:t>Modelling Approach</a:t>
            </a:r>
            <a:endPar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rPr>
              <a:t>Results and </a:t>
            </a:r>
            <a:r>
              <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rPr>
              <a:t>Discussion</a:t>
            </a:r>
            <a:endPar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rPr>
              <a:t>Conclusion</a:t>
            </a:r>
            <a:endPar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endParaRPr>
          </a:p>
          <a:p>
            <a:pPr marL="0" indent="0" algn="l">
              <a:lnSpc>
                <a:spcPct val="100000"/>
              </a:lnSpc>
              <a:spcBef>
                <a:spcPts val="0"/>
              </a:spcBef>
              <a:spcAft>
                <a:spcPts val="0"/>
              </a:spcAft>
              <a:buNone/>
            </a:pPr>
            <a:endParaRPr lang="zh-CN" altLang="en-US" sz="2800" b="0" i="0" u="none" strike="noStrike" kern="1200" cap="none" spc="0" baseline="0">
              <a:solidFill>
                <a:schemeClr val="tx1"/>
              </a:solidFill>
              <a:latin typeface="Times New Roman" pitchFamily="18" charset="0"/>
              <a:ea typeface="宋体" pitchFamily="0" charset="0"/>
              <a:cs typeface="Times New Roman" pitchFamily="18" charset="0"/>
            </a:endParaRPr>
          </a:p>
        </p:txBody>
      </p:sp>
    </p:spTree>
    <p:extLst>
      <p:ext uri="{BB962C8B-B14F-4D97-AF65-F5344CB8AC3E}">
        <p14:creationId xmlns:p14="http://schemas.microsoft.com/office/powerpoint/2010/main" val="720743079"/>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grpSp>
        <p:nvGrpSpPr>
          <p:cNvPr id="115" name="组合"/>
          <p:cNvGrpSpPr>
            <a:grpSpLocks/>
          </p:cNvGrpSpPr>
          <p:nvPr/>
        </p:nvGrpSpPr>
        <p:grpSpPr>
          <a:xfrm>
            <a:off x="5086665" y="3714738"/>
            <a:ext cx="2521310" cy="2810214"/>
            <a:chOff x="5086665" y="3714738"/>
            <a:chExt cx="2521310" cy="2810214"/>
          </a:xfrm>
        </p:grpSpPr>
        <p:sp>
          <p:nvSpPr>
            <p:cNvPr id="112" name="曲线"/>
            <p:cNvSpPr>
              <a:spLocks/>
            </p:cNvSpPr>
            <p:nvPr/>
          </p:nvSpPr>
          <p:spPr>
            <a:xfrm rot="0">
              <a:off x="6329935" y="5810074"/>
              <a:ext cx="417318" cy="39441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miter/>
            </a:ln>
          </p:spPr>
        </p:sp>
        <p:sp>
          <p:nvSpPr>
            <p:cNvPr id="113" name="曲线"/>
            <p:cNvSpPr>
              <a:spLocks/>
            </p:cNvSpPr>
            <p:nvPr/>
          </p:nvSpPr>
          <p:spPr>
            <a:xfrm rot="0">
              <a:off x="6329935" y="6270225"/>
              <a:ext cx="165186" cy="156121"/>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miter/>
            </a:ln>
          </p:spPr>
        </p:sp>
        <p:pic>
          <p:nvPicPr>
            <p:cNvPr id="114" name="图片"/>
            <p:cNvPicPr>
              <a:picLocks/>
            </p:cNvPicPr>
            <p:nvPr/>
          </p:nvPicPr>
          <p:blipFill>
            <a:blip r:embed="rId1" cstate="print"/>
            <a:stretch>
              <a:fillRect/>
            </a:stretch>
          </p:blipFill>
          <p:spPr>
            <a:xfrm rot="0">
              <a:off x="5086665" y="3714738"/>
              <a:ext cx="2521310" cy="2810214"/>
            </a:xfrm>
            <a:prstGeom prst="rect"/>
            <a:noFill/>
            <a:ln w="12700" cmpd="sng" cap="flat">
              <a:noFill/>
              <a:prstDash val="solid"/>
              <a:miter/>
            </a:ln>
            <a:effectLst>
              <a:outerShdw sx="100000" sy="100000" algn="tr" rotWithShape="0" blurRad="50800" dist="38100" dir="8100000">
                <a:srgbClr val="000000">
                  <a:alpha val="39607"/>
                </a:srgbClr>
              </a:outerShdw>
            </a:effectLst>
          </p:spPr>
        </p:pic>
      </p:grpSp>
      <p:sp>
        <p:nvSpPr>
          <p:cNvPr id="116" name="文本框"/>
          <p:cNvSpPr>
            <a:spLocks noGrp="1"/>
          </p:cNvSpPr>
          <p:nvPr>
            <p:ph type="title"/>
          </p:nvPr>
        </p:nvSpPr>
        <p:spPr>
          <a:xfrm rot="0">
            <a:off x="834071" y="575055"/>
            <a:ext cx="5636895" cy="664210"/>
          </a:xfrm>
          <a:prstGeom prst="rect"/>
          <a:noFill/>
          <a:ln w="12700" cmpd="sng" cap="flat">
            <a:noFill/>
            <a:prstDash val="solid"/>
            <a:miter/>
          </a:ln>
        </p:spPr>
        <p:txBody>
          <a:bodyPr vert="horz" wrap="square" lIns="0" tIns="16510" rIns="0" bIns="0" anchor="t" anchorCtr="0">
            <a:prstTxWarp prst="textNoShape"/>
            <a:spAutoFit/>
          </a:bodyPr>
          <a:lstStyle/>
          <a:p>
            <a:pPr marL="12700" indent="0" algn="l">
              <a:lnSpc>
                <a:spcPct val="100000"/>
              </a:lnSpc>
              <a:spcBef>
                <a:spcPts val="130"/>
              </a:spcBef>
              <a:spcAft>
                <a:spcPts val="0"/>
              </a:spcAft>
              <a:buNone/>
              <a:tabLst>
                <a:tab pos="2727960" algn="l"/>
              </a:tabLst>
            </a:pPr>
            <a:r>
              <a:rPr lang="en-US" altLang="zh-CN" sz="4250" b="1" i="0" u="none" strike="noStrike" kern="0" cap="none" spc="-20" baseline="0">
                <a:solidFill>
                  <a:schemeClr val="tx1"/>
                </a:solidFill>
                <a:latin typeface="Trebuchet MS" pitchFamily="0" charset="0"/>
                <a:ea typeface="宋体" pitchFamily="0" charset="0"/>
                <a:cs typeface="Trebuchet MS" pitchFamily="0" charset="0"/>
              </a:rPr>
              <a:t>P</a:t>
            </a:r>
            <a:r>
              <a:rPr lang="en-US" altLang="zh-CN" sz="4250" b="1" i="0" u="none" strike="noStrike" kern="0" cap="none" spc="15" baseline="0">
                <a:solidFill>
                  <a:schemeClr val="tx1"/>
                </a:solidFill>
                <a:latin typeface="Trebuchet MS" pitchFamily="0" charset="0"/>
                <a:ea typeface="宋体" pitchFamily="0" charset="0"/>
                <a:cs typeface="Trebuchet MS" pitchFamily="0" charset="0"/>
              </a:rPr>
              <a:t>ROB</a:t>
            </a:r>
            <a:r>
              <a:rPr lang="en-US" altLang="zh-CN" sz="4250" b="1" i="0" u="none" strike="noStrike" kern="0" cap="none" spc="55" baseline="0">
                <a:solidFill>
                  <a:schemeClr val="tx1"/>
                </a:solidFill>
                <a:latin typeface="Trebuchet MS" pitchFamily="0" charset="0"/>
                <a:ea typeface="宋体" pitchFamily="0" charset="0"/>
                <a:cs typeface="Trebuchet MS" pitchFamily="0" charset="0"/>
              </a:rPr>
              <a:t>L</a:t>
            </a:r>
            <a:r>
              <a:rPr lang="en-US" altLang="zh-CN" sz="4250" b="1" i="0" u="none" strike="noStrike" kern="0" cap="none" spc="-20" baseline="0">
                <a:solidFill>
                  <a:schemeClr val="tx1"/>
                </a:solidFill>
                <a:latin typeface="Trebuchet MS" pitchFamily="0" charset="0"/>
                <a:ea typeface="宋体" pitchFamily="0" charset="0"/>
                <a:cs typeface="Trebuchet MS" pitchFamily="0" charset="0"/>
              </a:rPr>
              <a:t>E</a:t>
            </a:r>
            <a:r>
              <a:rPr lang="en-US" altLang="zh-CN" sz="4250" b="1" i="0" u="none" strike="noStrike" kern="0" cap="none" spc="20" baseline="0">
                <a:solidFill>
                  <a:schemeClr val="tx1"/>
                </a:solidFill>
                <a:latin typeface="Trebuchet MS" pitchFamily="0" charset="0"/>
                <a:ea typeface="宋体" pitchFamily="0" charset="0"/>
                <a:cs typeface="Trebuchet MS" pitchFamily="0" charset="0"/>
              </a:rPr>
              <a:t>M</a:t>
            </a:r>
            <a:r>
              <a:rPr lang="en-US" altLang="zh-CN" sz="4250" b="1" i="0" u="none" strike="noStrike" kern="0" cap="none" spc="0" baseline="0">
                <a:solidFill>
                  <a:schemeClr val="tx1"/>
                </a:solidFill>
                <a:latin typeface="Trebuchet MS" pitchFamily="0" charset="0"/>
                <a:ea typeface="宋体" pitchFamily="0" charset="0"/>
                <a:cs typeface="Trebuchet MS" pitchFamily="0" charset="0"/>
              </a:rPr>
              <a:t>	</a:t>
            </a:r>
            <a:r>
              <a:rPr lang="en-US" altLang="zh-CN" sz="4250" b="1" i="0" u="none" strike="noStrike" kern="0" cap="none" spc="10" baseline="0">
                <a:solidFill>
                  <a:schemeClr val="tx1"/>
                </a:solidFill>
                <a:latin typeface="Trebuchet MS" pitchFamily="0" charset="0"/>
                <a:ea typeface="宋体" pitchFamily="0" charset="0"/>
                <a:cs typeface="Trebuchet MS" pitchFamily="0" charset="0"/>
              </a:rPr>
              <a:t>S</a:t>
            </a:r>
            <a:r>
              <a:rPr lang="en-US" altLang="zh-CN" sz="4250" b="1" i="0" u="none" strike="noStrike" kern="0" cap="none" spc="-370" baseline="0">
                <a:solidFill>
                  <a:schemeClr val="tx1"/>
                </a:solidFill>
                <a:latin typeface="Trebuchet MS" pitchFamily="0" charset="0"/>
                <a:ea typeface="宋体" pitchFamily="0" charset="0"/>
                <a:cs typeface="Trebuchet MS" pitchFamily="0" charset="0"/>
              </a:rPr>
              <a:t>T</a:t>
            </a:r>
            <a:r>
              <a:rPr lang="en-US" altLang="zh-CN" sz="4250" b="1" i="0" u="none" strike="noStrike" kern="0" cap="none" spc="-375" baseline="0">
                <a:solidFill>
                  <a:schemeClr val="tx1"/>
                </a:solidFill>
                <a:latin typeface="Trebuchet MS" pitchFamily="0" charset="0"/>
                <a:ea typeface="宋体" pitchFamily="0" charset="0"/>
                <a:cs typeface="Trebuchet MS" pitchFamily="0" charset="0"/>
              </a:rPr>
              <a:t>A</a:t>
            </a:r>
            <a:r>
              <a:rPr lang="en-US" altLang="zh-CN" sz="4250" b="1" i="0" u="none" strike="noStrike" kern="0" cap="none" spc="15" baseline="0">
                <a:solidFill>
                  <a:schemeClr val="tx1"/>
                </a:solidFill>
                <a:latin typeface="Trebuchet MS" pitchFamily="0" charset="0"/>
                <a:ea typeface="宋体" pitchFamily="0" charset="0"/>
                <a:cs typeface="Trebuchet MS" pitchFamily="0" charset="0"/>
              </a:rPr>
              <a:t>T</a:t>
            </a:r>
            <a:r>
              <a:rPr lang="en-US" altLang="zh-CN" sz="4250" b="1" i="0" u="none" strike="noStrike" kern="0" cap="none" spc="-10" baseline="0">
                <a:solidFill>
                  <a:schemeClr val="tx1"/>
                </a:solidFill>
                <a:latin typeface="Trebuchet MS" pitchFamily="0" charset="0"/>
                <a:ea typeface="宋体" pitchFamily="0" charset="0"/>
                <a:cs typeface="Trebuchet MS" pitchFamily="0" charset="0"/>
              </a:rPr>
              <a:t>E</a:t>
            </a:r>
            <a:r>
              <a:rPr lang="en-US" altLang="zh-CN" sz="4250" b="1" i="0" u="none" strike="noStrike" kern="0" cap="none" spc="-20" baseline="0">
                <a:solidFill>
                  <a:schemeClr val="tx1"/>
                </a:solidFill>
                <a:latin typeface="Trebuchet MS" pitchFamily="0" charset="0"/>
                <a:ea typeface="宋体" pitchFamily="0" charset="0"/>
                <a:cs typeface="Trebuchet MS" pitchFamily="0" charset="0"/>
              </a:rPr>
              <a:t>ME</a:t>
            </a:r>
            <a:r>
              <a:rPr lang="en-US" altLang="zh-CN" sz="4250" b="1" i="0" u="none" strike="noStrike" kern="0" cap="none" spc="10" baseline="0">
                <a:solidFill>
                  <a:schemeClr val="tx1"/>
                </a:solidFill>
                <a:latin typeface="Trebuchet MS" pitchFamily="0" charset="0"/>
                <a:ea typeface="宋体" pitchFamily="0" charset="0"/>
                <a:cs typeface="Trebuchet MS" pitchFamily="0" charset="0"/>
              </a:rPr>
              <a:t>NT</a:t>
            </a:r>
            <a:endParaRPr lang="zh-CN" altLang="en-US" sz="4250" b="1" i="0" u="none" strike="noStrike" kern="0" cap="none" spc="0" baseline="0">
              <a:solidFill>
                <a:schemeClr val="tx1"/>
              </a:solidFill>
              <a:latin typeface="Trebuchet MS" pitchFamily="0" charset="0"/>
              <a:ea typeface="宋体" pitchFamily="0" charset="0"/>
              <a:cs typeface="Trebuchet MS" pitchFamily="0" charset="0"/>
            </a:endParaRPr>
          </a:p>
        </p:txBody>
      </p:sp>
      <p:pic>
        <p:nvPicPr>
          <p:cNvPr id="117" name="图片"/>
          <p:cNvPicPr>
            <a:picLocks/>
          </p:cNvPicPr>
          <p:nvPr/>
        </p:nvPicPr>
        <p:blipFill>
          <a:blip r:embed="rId2" cstate="print"/>
          <a:stretch>
            <a:fillRect/>
          </a:stretch>
        </p:blipFill>
        <p:spPr>
          <a:xfrm rot="0">
            <a:off x="676275" y="6467475"/>
            <a:ext cx="2143125" cy="200023"/>
          </a:xfrm>
          <a:prstGeom prst="rect"/>
          <a:noFill/>
          <a:ln w="12700" cmpd="sng" cap="flat">
            <a:noFill/>
            <a:prstDash val="solid"/>
            <a:miter/>
          </a:ln>
        </p:spPr>
      </p:pic>
      <p:sp>
        <p:nvSpPr>
          <p:cNvPr id="118" name="文本框"/>
          <p:cNvSpPr>
            <a:spLocks noGrp="1"/>
          </p:cNvSpPr>
          <p:nvPr>
            <p:ph type="sldNum" idx="7"/>
          </p:nvPr>
        </p:nvSpPr>
        <p:spPr>
          <a:xfrm rot="0">
            <a:off x="11353418" y="6473336"/>
            <a:ext cx="151129" cy="168909"/>
          </a:xfrm>
          <a:prstGeom prst="rect"/>
          <a:noFill/>
          <a:ln w="12700" cmpd="sng" cap="flat">
            <a:noFill/>
            <a:prstDash val="solid"/>
            <a:miter/>
          </a:ln>
        </p:spPr>
        <p:txBody>
          <a:bodyPr vert="horz" wrap="square" lIns="0" tIns="6985" rIns="0" bIns="0" anchor="t" anchorCtr="0">
            <a:prstTxWarp prst="textNoShape"/>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4</a:t>
            </a:fld>
            <a:endParaRPr lang="zh-CN" altLang="en-US" sz="1100" b="0" i="0" u="none" strike="noStrike" kern="1200" cap="none" spc="10" baseline="0">
              <a:solidFill>
                <a:srgbClr val="2D936B"/>
              </a:solidFill>
              <a:latin typeface="Trebuchet MS" pitchFamily="0" charset="0"/>
              <a:ea typeface="宋体" pitchFamily="0" charset="0"/>
              <a:cs typeface="Trebuchet MS" pitchFamily="0" charset="0"/>
            </a:endParaRPr>
          </a:p>
        </p:txBody>
      </p:sp>
      <p:sp>
        <p:nvSpPr>
          <p:cNvPr id="119" name="矩形"/>
          <p:cNvSpPr>
            <a:spLocks/>
          </p:cNvSpPr>
          <p:nvPr/>
        </p:nvSpPr>
        <p:spPr>
          <a:xfrm rot="21321948">
            <a:off x="2138179" y="4942158"/>
            <a:ext cx="2805838" cy="358137"/>
          </a:xfrm>
          <a:prstGeom prst="rect"/>
          <a:noFill/>
          <a:ln w="12700" cmpd="sng" cap="flat">
            <a:noFill/>
            <a:prstDash val="solid"/>
            <a:miter/>
          </a:ln>
        </p:spPr>
      </p:sp>
      <p:sp>
        <p:nvSpPr>
          <p:cNvPr id="120" name="矩形"/>
          <p:cNvSpPr>
            <a:spLocks/>
          </p:cNvSpPr>
          <p:nvPr/>
        </p:nvSpPr>
        <p:spPr>
          <a:xfrm rot="0">
            <a:off x="1416071" y="2802917"/>
            <a:ext cx="5615915" cy="358140"/>
          </a:xfrm>
          <a:prstGeom prst="rect"/>
          <a:noFill/>
          <a:ln w="12700" cmpd="sng" cap="flat">
            <a:noFill/>
            <a:prstDash val="solid"/>
            <a:miter/>
          </a:ln>
        </p:spPr>
      </p:sp>
      <p:sp>
        <p:nvSpPr>
          <p:cNvPr id="121" name="矩形"/>
          <p:cNvSpPr>
            <a:spLocks/>
          </p:cNvSpPr>
          <p:nvPr/>
        </p:nvSpPr>
        <p:spPr>
          <a:xfrm rot="0">
            <a:off x="1416896" y="1774232"/>
            <a:ext cx="6335904" cy="358138"/>
          </a:xfrm>
          <a:prstGeom prst="rect"/>
          <a:noFill/>
          <a:ln w="12700" cmpd="sng" cap="flat">
            <a:noFill/>
            <a:prstDash val="solid"/>
            <a:miter/>
          </a:ln>
        </p:spPr>
      </p:sp>
      <p:sp>
        <p:nvSpPr>
          <p:cNvPr id="122" name="矩形"/>
          <p:cNvSpPr>
            <a:spLocks/>
          </p:cNvSpPr>
          <p:nvPr/>
        </p:nvSpPr>
        <p:spPr>
          <a:xfrm rot="0">
            <a:off x="2638384" y="2057367"/>
            <a:ext cx="4762427" cy="14249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To write a problem statement on employee performance, you need to identify the specific area of performance that is problematic, such as low productivity, high absenteeism, or poor quality of work.</a:t>
            </a:r>
            <a:endParaRPr lang="zh-CN" altLang="en-US" sz="1800" b="0" i="0" u="none" strike="noStrike" kern="1200" cap="none" spc="0" baseline="0">
              <a:solidFill>
                <a:schemeClr val="tx1"/>
              </a:solidFill>
              <a:latin typeface="Droid Sans" pitchFamily="0" charset="0"/>
              <a:ea typeface="宋体" pitchFamily="0" charset="0"/>
              <a:cs typeface="Lucida Sans" pitchFamily="0" charset="0"/>
            </a:endParaRPr>
          </a:p>
        </p:txBody>
      </p:sp>
    </p:spTree>
    <p:extLst>
      <p:ext uri="{BB962C8B-B14F-4D97-AF65-F5344CB8AC3E}">
        <p14:creationId xmlns:p14="http://schemas.microsoft.com/office/powerpoint/2010/main" val="1396283017"/>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grpSp>
        <p:nvGrpSpPr>
          <p:cNvPr id="128" name="组合"/>
          <p:cNvGrpSpPr>
            <a:grpSpLocks/>
          </p:cNvGrpSpPr>
          <p:nvPr/>
        </p:nvGrpSpPr>
        <p:grpSpPr>
          <a:xfrm>
            <a:off x="8658225" y="2647950"/>
            <a:ext cx="3533775" cy="3810000"/>
            <a:chOff x="8658225" y="2647950"/>
            <a:chExt cx="3533775" cy="3810000"/>
          </a:xfrm>
        </p:grpSpPr>
        <p:sp>
          <p:nvSpPr>
            <p:cNvPr id="125" name="曲线"/>
            <p:cNvSpPr>
              <a:spLocks/>
            </p:cNvSpPr>
            <p:nvPr/>
          </p:nvSpPr>
          <p:spPr>
            <a:xfrm rot="0">
              <a:off x="9353550" y="5362575"/>
              <a:ext cx="457199"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miter/>
            </a:ln>
          </p:spPr>
        </p:sp>
        <p:sp>
          <p:nvSpPr>
            <p:cNvPr id="126"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miter/>
            </a:ln>
          </p:spPr>
        </p:sp>
        <p:pic>
          <p:nvPicPr>
            <p:cNvPr id="127" name="图片"/>
            <p:cNvPicPr>
              <a:picLocks/>
            </p:cNvPicPr>
            <p:nvPr/>
          </p:nvPicPr>
          <p:blipFill>
            <a:blip r:embed="rId1" cstate="print"/>
            <a:stretch>
              <a:fillRect/>
            </a:stretch>
          </p:blipFill>
          <p:spPr>
            <a:xfrm rot="0">
              <a:off x="8658225" y="2647950"/>
              <a:ext cx="3533775" cy="3810000"/>
            </a:xfrm>
            <a:prstGeom prst="rect"/>
            <a:noFill/>
            <a:ln w="12700" cmpd="sng" cap="flat">
              <a:noFill/>
              <a:prstDash val="solid"/>
              <a:miter/>
            </a:ln>
          </p:spPr>
        </p:pic>
      </p:grpSp>
      <p:sp>
        <p:nvSpPr>
          <p:cNvPr id="129" name="文本框"/>
          <p:cNvSpPr>
            <a:spLocks noGrp="1"/>
          </p:cNvSpPr>
          <p:nvPr>
            <p:ph type="title"/>
          </p:nvPr>
        </p:nvSpPr>
        <p:spPr>
          <a:xfrm rot="0">
            <a:off x="739774" y="829626"/>
            <a:ext cx="5263514" cy="664209"/>
          </a:xfrm>
          <a:prstGeom prst="rect"/>
          <a:noFill/>
          <a:ln w="12700" cmpd="sng" cap="flat">
            <a:noFill/>
            <a:prstDash val="solid"/>
            <a:miter/>
          </a:ln>
        </p:spPr>
        <p:txBody>
          <a:bodyPr vert="horz" wrap="square" lIns="0" tIns="16510" rIns="0" bIns="0" anchor="t" anchorCtr="0">
            <a:prstTxWarp prst="textNoShape"/>
            <a:spAutoFit/>
          </a:bodyPr>
          <a:lstStyle/>
          <a:p>
            <a:pPr marL="12700" indent="0" algn="l">
              <a:lnSpc>
                <a:spcPct val="100000"/>
              </a:lnSpc>
              <a:spcBef>
                <a:spcPts val="130"/>
              </a:spcBef>
              <a:spcAft>
                <a:spcPts val="0"/>
              </a:spcAft>
              <a:buNone/>
              <a:tabLst>
                <a:tab pos="2642870" algn="l"/>
              </a:tabLst>
            </a:pPr>
            <a:r>
              <a:rPr lang="en-US" altLang="zh-CN" sz="4250" b="1" i="0" u="none" strike="noStrike" kern="0" cap="none" spc="5" baseline="0">
                <a:solidFill>
                  <a:schemeClr val="tx1"/>
                </a:solidFill>
                <a:latin typeface="Trebuchet MS" pitchFamily="0" charset="0"/>
                <a:ea typeface="宋体" pitchFamily="0" charset="0"/>
                <a:cs typeface="Trebuchet MS" pitchFamily="0" charset="0"/>
              </a:rPr>
              <a:t>PROJECT	</a:t>
            </a:r>
            <a:r>
              <a:rPr lang="en-US" altLang="zh-CN" sz="4250" b="1" i="0" u="none" strike="noStrike" kern="0" cap="none" spc="-20" baseline="0">
                <a:solidFill>
                  <a:schemeClr val="tx1"/>
                </a:solidFill>
                <a:latin typeface="Trebuchet MS" pitchFamily="0" charset="0"/>
                <a:ea typeface="宋体" pitchFamily="0" charset="0"/>
                <a:cs typeface="Trebuchet MS" pitchFamily="0" charset="0"/>
              </a:rPr>
              <a:t>OVERVIEW</a:t>
            </a:r>
            <a:endParaRPr lang="zh-CN" altLang="en-US" sz="4250" b="1" i="0" u="none" strike="noStrike" kern="0" cap="none" spc="0" baseline="0">
              <a:solidFill>
                <a:schemeClr val="tx1"/>
              </a:solidFill>
              <a:latin typeface="Trebuchet MS" pitchFamily="0" charset="0"/>
              <a:ea typeface="宋体" pitchFamily="0" charset="0"/>
              <a:cs typeface="Trebuchet MS" pitchFamily="0" charset="0"/>
            </a:endParaRPr>
          </a:p>
        </p:txBody>
      </p:sp>
      <p:pic>
        <p:nvPicPr>
          <p:cNvPr id="130" name="图片"/>
          <p:cNvPicPr>
            <a:picLocks/>
          </p:cNvPicPr>
          <p:nvPr/>
        </p:nvPicPr>
        <p:blipFill>
          <a:blip r:embed="rId2" cstate="print"/>
          <a:stretch>
            <a:fillRect/>
          </a:stretch>
        </p:blipFill>
        <p:spPr>
          <a:xfrm rot="0">
            <a:off x="676275" y="6467475"/>
            <a:ext cx="2143125" cy="200023"/>
          </a:xfrm>
          <a:prstGeom prst="rect"/>
          <a:noFill/>
          <a:ln w="12700" cmpd="sng" cap="flat">
            <a:noFill/>
            <a:prstDash val="solid"/>
            <a:miter/>
          </a:ln>
        </p:spPr>
      </p:pic>
      <p:sp>
        <p:nvSpPr>
          <p:cNvPr id="131" name="文本框"/>
          <p:cNvSpPr>
            <a:spLocks noGrp="1"/>
          </p:cNvSpPr>
          <p:nvPr>
            <p:ph type="sldNum" idx="7"/>
          </p:nvPr>
        </p:nvSpPr>
        <p:spPr>
          <a:xfrm rot="0">
            <a:off x="11353418" y="6473336"/>
            <a:ext cx="151129" cy="168909"/>
          </a:xfrm>
          <a:prstGeom prst="rect"/>
          <a:noFill/>
          <a:ln w="12700" cmpd="sng" cap="flat">
            <a:noFill/>
            <a:prstDash val="solid"/>
            <a:miter/>
          </a:ln>
        </p:spPr>
        <p:txBody>
          <a:bodyPr vert="horz" wrap="square" lIns="0" tIns="6985" rIns="0" bIns="0" anchor="t" anchorCtr="0">
            <a:prstTxWarp prst="textNoShape"/>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5</a:t>
            </a:fld>
            <a:endParaRPr lang="zh-CN" altLang="en-US" sz="1100" b="0" i="0" u="none" strike="noStrike" kern="1200" cap="none" spc="10" baseline="0">
              <a:solidFill>
                <a:srgbClr val="2D936B"/>
              </a:solidFill>
              <a:latin typeface="Trebuchet MS" pitchFamily="0" charset="0"/>
              <a:ea typeface="宋体" pitchFamily="0" charset="0"/>
              <a:cs typeface="Trebuchet MS" pitchFamily="0" charset="0"/>
            </a:endParaRPr>
          </a:p>
        </p:txBody>
      </p:sp>
      <p:sp>
        <p:nvSpPr>
          <p:cNvPr id="132" name="矩形"/>
          <p:cNvSpPr>
            <a:spLocks/>
          </p:cNvSpPr>
          <p:nvPr/>
        </p:nvSpPr>
        <p:spPr>
          <a:xfrm rot="0">
            <a:off x="1123948" y="3714726"/>
            <a:ext cx="7924800" cy="81533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Font typeface="Arial" pitchFamily="34" charset="0"/>
              <a:buChar char="•"/>
            </a:pPr>
            <a:r>
              <a:rPr lang="en-US" altLang="zh-CN" sz="2400" b="0" i="0" u="none" strike="noStrike" kern="1200" cap="none" spc="0" baseline="0">
                <a:solidFill>
                  <a:srgbClr val="0D0D0D"/>
                </a:solidFill>
                <a:latin typeface="Times New Roman" pitchFamily="18" charset="0"/>
                <a:ea typeface="宋体" pitchFamily="0" charset="0"/>
                <a:cs typeface="Times New Roman" pitchFamily="18" charset="0"/>
              </a:rPr>
              <a:t>.</a:t>
            </a:r>
            <a:endParaRPr lang="en-US" altLang="zh-CN" sz="2400" b="0" i="0" u="none" strike="noStrike" kern="1200" cap="none" spc="0" baseline="0">
              <a:solidFill>
                <a:srgbClr val="0D0D0D"/>
              </a:solidFill>
              <a:latin typeface="Times New Roman" pitchFamily="18" charset="0"/>
              <a:ea typeface="宋体" pitchFamily="0" charset="0"/>
              <a:cs typeface="Times New Roman" pitchFamily="18" charset="0"/>
            </a:endParaRPr>
          </a:p>
          <a:p>
            <a:pPr marL="0" indent="0" algn="l">
              <a:lnSpc>
                <a:spcPct val="100000"/>
              </a:lnSpc>
              <a:spcBef>
                <a:spcPts val="0"/>
              </a:spcBef>
              <a:spcAft>
                <a:spcPts val="0"/>
              </a:spcAft>
              <a:buNone/>
            </a:pPr>
            <a:endParaRPr lang="zh-CN" altLang="en-US" sz="2400" b="0" i="0" u="none" strike="noStrike" kern="1200" cap="none" spc="0" baseline="0">
              <a:solidFill>
                <a:schemeClr val="tx1"/>
              </a:solidFill>
              <a:latin typeface="Times New Roman" pitchFamily="18" charset="0"/>
              <a:ea typeface="宋体" pitchFamily="0" charset="0"/>
              <a:cs typeface="Times New Roman" pitchFamily="18" charset="0"/>
            </a:endParaRPr>
          </a:p>
        </p:txBody>
      </p:sp>
      <p:sp>
        <p:nvSpPr>
          <p:cNvPr id="133" name="矩形"/>
          <p:cNvSpPr>
            <a:spLocks/>
          </p:cNvSpPr>
          <p:nvPr/>
        </p:nvSpPr>
        <p:spPr>
          <a:xfrm rot="21568200">
            <a:off x="1195349" y="2926740"/>
            <a:ext cx="7559885" cy="358140"/>
          </a:xfrm>
          <a:prstGeom prst="rect"/>
          <a:noFill/>
          <a:ln w="12700" cmpd="sng" cap="flat">
            <a:noFill/>
            <a:prstDash val="solid"/>
            <a:miter/>
          </a:ln>
        </p:spPr>
      </p:sp>
      <p:sp>
        <p:nvSpPr>
          <p:cNvPr id="134" name="矩形"/>
          <p:cNvSpPr>
            <a:spLocks/>
          </p:cNvSpPr>
          <p:nvPr/>
        </p:nvSpPr>
        <p:spPr>
          <a:xfrm rot="0">
            <a:off x="2781257" y="2419313"/>
            <a:ext cx="4762425" cy="169163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You can use Excel to analyze employee performance by tracking metrics such as productivity, attendance, quality of work, timeliness, and feedback. You can also use Excel templates to create performance reviews and plans</a:t>
            </a:r>
            <a:endParaRPr lang="zh-CN" altLang="en-US" sz="1800" b="0" i="0" u="none" strike="noStrike" kern="1200" cap="none" spc="0" baseline="0">
              <a:solidFill>
                <a:schemeClr val="tx1"/>
              </a:solidFill>
              <a:latin typeface="Droid Sans" pitchFamily="0" charset="0"/>
              <a:ea typeface="宋体" pitchFamily="0" charset="0"/>
              <a:cs typeface="Lucida Sans" pitchFamily="0" charset="0"/>
            </a:endParaRPr>
          </a:p>
        </p:txBody>
      </p:sp>
    </p:spTree>
    <p:extLst>
      <p:ext uri="{BB962C8B-B14F-4D97-AF65-F5344CB8AC3E}">
        <p14:creationId xmlns:p14="http://schemas.microsoft.com/office/powerpoint/2010/main" val="1196873783"/>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37" name="曲线"/>
          <p:cNvSpPr>
            <a:spLocks/>
          </p:cNvSpPr>
          <p:nvPr/>
        </p:nvSpPr>
        <p:spPr>
          <a:xfrm rot="0">
            <a:off x="9353550" y="5362575"/>
            <a:ext cx="457199"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miter/>
          </a:ln>
        </p:spPr>
      </p:sp>
      <p:sp>
        <p:nvSpPr>
          <p:cNvPr id="138"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miter/>
          </a:ln>
        </p:spPr>
      </p:sp>
      <p:sp>
        <p:nvSpPr>
          <p:cNvPr id="139" name="文本框"/>
          <p:cNvSpPr>
            <a:spLocks noGrp="1"/>
          </p:cNvSpPr>
          <p:nvPr>
            <p:ph type="title"/>
          </p:nvPr>
        </p:nvSpPr>
        <p:spPr>
          <a:xfrm rot="0">
            <a:off x="699452" y="891793"/>
            <a:ext cx="5014595" cy="502284"/>
          </a:xfrm>
          <a:prstGeom prst="rect"/>
          <a:noFill/>
          <a:ln w="12700" cmpd="sng" cap="flat">
            <a:noFill/>
            <a:prstDash val="solid"/>
            <a:miter/>
          </a:ln>
        </p:spPr>
        <p:txBody>
          <a:bodyPr vert="horz" wrap="square" lIns="0" tIns="16510" rIns="0" bIns="0" anchor="t" anchorCtr="0">
            <a:prstTxWarp prst="textNoShape"/>
            <a:spAutoFit/>
          </a:bodyPr>
          <a:lstStyle/>
          <a:p>
            <a:pPr marL="12700" indent="0" algn="l">
              <a:lnSpc>
                <a:spcPct val="100000"/>
              </a:lnSpc>
              <a:spcBef>
                <a:spcPts val="130"/>
              </a:spcBef>
              <a:spcAft>
                <a:spcPts val="0"/>
              </a:spcAft>
              <a:buNone/>
            </a:pPr>
            <a:r>
              <a:rPr lang="en-US" altLang="zh-CN" sz="3200" b="1" i="0" u="none" strike="noStrike" kern="0" cap="none" spc="25" baseline="0">
                <a:solidFill>
                  <a:schemeClr val="tx1"/>
                </a:solidFill>
                <a:latin typeface="Trebuchet MS" pitchFamily="0" charset="0"/>
                <a:ea typeface="宋体" pitchFamily="0" charset="0"/>
                <a:cs typeface="Trebuchet MS" pitchFamily="0" charset="0"/>
              </a:rPr>
              <a:t>W</a:t>
            </a:r>
            <a:r>
              <a:rPr lang="en-US" altLang="zh-CN" sz="3200" b="1" i="0" u="none" strike="noStrike" kern="0" cap="none" spc="-20" baseline="0">
                <a:solidFill>
                  <a:schemeClr val="tx1"/>
                </a:solidFill>
                <a:latin typeface="Trebuchet MS" pitchFamily="0" charset="0"/>
                <a:ea typeface="宋体" pitchFamily="0" charset="0"/>
                <a:cs typeface="Trebuchet MS" pitchFamily="0" charset="0"/>
              </a:rPr>
              <a:t>H</a:t>
            </a:r>
            <a:r>
              <a:rPr lang="en-US" altLang="zh-CN" sz="3200" b="1" i="0" u="none" strike="noStrike" kern="0" cap="none" spc="20" baseline="0">
                <a:solidFill>
                  <a:schemeClr val="tx1"/>
                </a:solidFill>
                <a:latin typeface="Trebuchet MS" pitchFamily="0" charset="0"/>
                <a:ea typeface="宋体" pitchFamily="0" charset="0"/>
                <a:cs typeface="Trebuchet MS" pitchFamily="0" charset="0"/>
              </a:rPr>
              <a:t>O</a:t>
            </a:r>
            <a:r>
              <a:rPr lang="en-US" altLang="zh-CN" sz="3200" b="1" i="0" u="none" strike="noStrike" kern="0" cap="none" spc="-235" baseline="0">
                <a:solidFill>
                  <a:schemeClr val="tx1"/>
                </a:solidFill>
                <a:latin typeface="Trebuchet MS" pitchFamily="0" charset="0"/>
                <a:ea typeface="宋体" pitchFamily="0" charset="0"/>
                <a:cs typeface="Trebuchet MS" pitchFamily="0" charset="0"/>
              </a:rPr>
              <a:t> </a:t>
            </a:r>
            <a:r>
              <a:rPr lang="en-US" altLang="zh-CN" sz="3200" b="1" i="0" u="none" strike="noStrike" kern="0" cap="none" spc="-10" baseline="0">
                <a:solidFill>
                  <a:schemeClr val="tx1"/>
                </a:solidFill>
                <a:latin typeface="Trebuchet MS" pitchFamily="0" charset="0"/>
                <a:ea typeface="宋体" pitchFamily="0" charset="0"/>
                <a:cs typeface="Trebuchet MS" pitchFamily="0" charset="0"/>
              </a:rPr>
              <a:t>AR</a:t>
            </a:r>
            <a:r>
              <a:rPr lang="en-US" altLang="zh-CN" sz="3200" b="1" i="0" u="none" strike="noStrike" kern="0" cap="none" spc="15" baseline="0">
                <a:solidFill>
                  <a:schemeClr val="tx1"/>
                </a:solidFill>
                <a:latin typeface="Trebuchet MS" pitchFamily="0" charset="0"/>
                <a:ea typeface="宋体" pitchFamily="0" charset="0"/>
                <a:cs typeface="Trebuchet MS" pitchFamily="0" charset="0"/>
              </a:rPr>
              <a:t>E</a:t>
            </a:r>
            <a:r>
              <a:rPr lang="en-US" altLang="zh-CN" sz="3200" b="1" i="0" u="none" strike="noStrike" kern="0" cap="none" spc="-35" baseline="0">
                <a:solidFill>
                  <a:schemeClr val="tx1"/>
                </a:solidFill>
                <a:latin typeface="Trebuchet MS" pitchFamily="0" charset="0"/>
                <a:ea typeface="宋体" pitchFamily="0" charset="0"/>
                <a:cs typeface="Trebuchet MS" pitchFamily="0" charset="0"/>
              </a:rPr>
              <a:t> </a:t>
            </a:r>
            <a:r>
              <a:rPr lang="en-US" altLang="zh-CN" sz="3200" b="1" i="0" u="none" strike="noStrike" kern="0" cap="none" spc="-10" baseline="0">
                <a:solidFill>
                  <a:schemeClr val="tx1"/>
                </a:solidFill>
                <a:latin typeface="Trebuchet MS" pitchFamily="0" charset="0"/>
                <a:ea typeface="宋体" pitchFamily="0" charset="0"/>
                <a:cs typeface="Trebuchet MS" pitchFamily="0" charset="0"/>
              </a:rPr>
              <a:t>T</a:t>
            </a:r>
            <a:r>
              <a:rPr lang="en-US" altLang="zh-CN" sz="3200" b="1" i="0" u="none" strike="noStrike" kern="0" cap="none" spc="-15" baseline="0">
                <a:solidFill>
                  <a:schemeClr val="tx1"/>
                </a:solidFill>
                <a:latin typeface="Trebuchet MS" pitchFamily="0" charset="0"/>
                <a:ea typeface="宋体" pitchFamily="0" charset="0"/>
                <a:cs typeface="Trebuchet MS" pitchFamily="0" charset="0"/>
              </a:rPr>
              <a:t>H</a:t>
            </a:r>
            <a:r>
              <a:rPr lang="en-US" altLang="zh-CN" sz="3200" b="1" i="0" u="none" strike="noStrike" kern="0" cap="none" spc="15" baseline="0">
                <a:solidFill>
                  <a:schemeClr val="tx1"/>
                </a:solidFill>
                <a:latin typeface="Trebuchet MS" pitchFamily="0" charset="0"/>
                <a:ea typeface="宋体" pitchFamily="0" charset="0"/>
                <a:cs typeface="Trebuchet MS" pitchFamily="0" charset="0"/>
              </a:rPr>
              <a:t>E</a:t>
            </a:r>
            <a:r>
              <a:rPr lang="en-US" altLang="zh-CN" sz="3200" b="1" i="0" u="none" strike="noStrike" kern="0" cap="none" spc="-35" baseline="0">
                <a:solidFill>
                  <a:schemeClr val="tx1"/>
                </a:solidFill>
                <a:latin typeface="Trebuchet MS" pitchFamily="0" charset="0"/>
                <a:ea typeface="宋体" pitchFamily="0" charset="0"/>
                <a:cs typeface="Trebuchet MS" pitchFamily="0" charset="0"/>
              </a:rPr>
              <a:t> </a:t>
            </a:r>
            <a:r>
              <a:rPr lang="en-US" altLang="zh-CN" sz="3200" b="1" i="0" u="none" strike="noStrike" kern="0" cap="none" spc="-20" baseline="0">
                <a:solidFill>
                  <a:schemeClr val="tx1"/>
                </a:solidFill>
                <a:latin typeface="Trebuchet MS" pitchFamily="0" charset="0"/>
                <a:ea typeface="宋体" pitchFamily="0" charset="0"/>
                <a:cs typeface="Trebuchet MS" pitchFamily="0" charset="0"/>
              </a:rPr>
              <a:t>E</a:t>
            </a:r>
            <a:r>
              <a:rPr lang="en-US" altLang="zh-CN" sz="3200" b="1" i="0" u="none" strike="noStrike" kern="0" cap="none" spc="30" baseline="0">
                <a:solidFill>
                  <a:schemeClr val="tx1"/>
                </a:solidFill>
                <a:latin typeface="Trebuchet MS" pitchFamily="0" charset="0"/>
                <a:ea typeface="宋体" pitchFamily="0" charset="0"/>
                <a:cs typeface="Trebuchet MS" pitchFamily="0" charset="0"/>
              </a:rPr>
              <a:t>N</a:t>
            </a:r>
            <a:r>
              <a:rPr lang="en-US" altLang="zh-CN" sz="3200" b="1" i="0" u="none" strike="noStrike" kern="0" cap="none" spc="15" baseline="0">
                <a:solidFill>
                  <a:schemeClr val="tx1"/>
                </a:solidFill>
                <a:latin typeface="Trebuchet MS" pitchFamily="0" charset="0"/>
                <a:ea typeface="宋体" pitchFamily="0" charset="0"/>
                <a:cs typeface="Trebuchet MS" pitchFamily="0" charset="0"/>
              </a:rPr>
              <a:t>D</a:t>
            </a:r>
            <a:r>
              <a:rPr lang="en-US" altLang="zh-CN" sz="3200" b="1" i="0" u="none" strike="noStrike" kern="0" cap="none" spc="-45" baseline="0">
                <a:solidFill>
                  <a:schemeClr val="tx1"/>
                </a:solidFill>
                <a:latin typeface="Trebuchet MS" pitchFamily="0" charset="0"/>
                <a:ea typeface="宋体" pitchFamily="0" charset="0"/>
                <a:cs typeface="Trebuchet MS" pitchFamily="0" charset="0"/>
              </a:rPr>
              <a:t> </a:t>
            </a:r>
            <a:r>
              <a:rPr lang="en-US" altLang="zh-CN" sz="3200" b="1" i="0" u="none" strike="noStrike" kern="0" cap="none" spc="0" baseline="0">
                <a:solidFill>
                  <a:schemeClr val="tx1"/>
                </a:solidFill>
                <a:latin typeface="Trebuchet MS" pitchFamily="0" charset="0"/>
                <a:ea typeface="宋体" pitchFamily="0" charset="0"/>
                <a:cs typeface="Trebuchet MS" pitchFamily="0" charset="0"/>
              </a:rPr>
              <a:t>U</a:t>
            </a:r>
            <a:r>
              <a:rPr lang="en-US" altLang="zh-CN" sz="3200" b="1" i="0" u="none" strike="noStrike" kern="0" cap="none" spc="10" baseline="0">
                <a:solidFill>
                  <a:schemeClr val="tx1"/>
                </a:solidFill>
                <a:latin typeface="Trebuchet MS" pitchFamily="0" charset="0"/>
                <a:ea typeface="宋体" pitchFamily="0" charset="0"/>
                <a:cs typeface="Trebuchet MS" pitchFamily="0" charset="0"/>
              </a:rPr>
              <a:t>S</a:t>
            </a:r>
            <a:r>
              <a:rPr lang="en-US" altLang="zh-CN" sz="3200" b="1" i="0" u="none" strike="noStrike" kern="0" cap="none" spc="-25" baseline="0">
                <a:solidFill>
                  <a:schemeClr val="tx1"/>
                </a:solidFill>
                <a:latin typeface="Trebuchet MS" pitchFamily="0" charset="0"/>
                <a:ea typeface="宋体" pitchFamily="0" charset="0"/>
                <a:cs typeface="Trebuchet MS" pitchFamily="0" charset="0"/>
              </a:rPr>
              <a:t>E</a:t>
            </a:r>
            <a:r>
              <a:rPr lang="en-US" altLang="zh-CN" sz="3200" b="1" i="0" u="none" strike="noStrike" kern="0" cap="none" spc="-10" baseline="0">
                <a:solidFill>
                  <a:schemeClr val="tx1"/>
                </a:solidFill>
                <a:latin typeface="Trebuchet MS" pitchFamily="0" charset="0"/>
                <a:ea typeface="宋体" pitchFamily="0" charset="0"/>
                <a:cs typeface="Trebuchet MS" pitchFamily="0" charset="0"/>
              </a:rPr>
              <a:t>R</a:t>
            </a:r>
            <a:r>
              <a:rPr lang="en-US" altLang="zh-CN" sz="3200" b="1" i="0" u="none" strike="noStrike" kern="0" cap="none" spc="5" baseline="0">
                <a:solidFill>
                  <a:schemeClr val="tx1"/>
                </a:solidFill>
                <a:latin typeface="Trebuchet MS" pitchFamily="0" charset="0"/>
                <a:ea typeface="宋体" pitchFamily="0" charset="0"/>
                <a:cs typeface="Trebuchet MS" pitchFamily="0" charset="0"/>
              </a:rPr>
              <a:t>S?</a:t>
            </a:r>
            <a:endParaRPr lang="zh-CN" altLang="en-US" sz="3200" b="1" i="0" u="none" strike="noStrike" kern="0" cap="none" spc="0" baseline="0">
              <a:solidFill>
                <a:schemeClr val="tx1"/>
              </a:solidFill>
              <a:latin typeface="Trebuchet MS" pitchFamily="0" charset="0"/>
              <a:ea typeface="宋体" pitchFamily="0" charset="0"/>
              <a:cs typeface="Trebuchet MS" pitchFamily="0" charset="0"/>
            </a:endParaRPr>
          </a:p>
        </p:txBody>
      </p:sp>
      <p:pic>
        <p:nvPicPr>
          <p:cNvPr id="140" name="图片"/>
          <p:cNvPicPr>
            <a:picLocks/>
          </p:cNvPicPr>
          <p:nvPr/>
        </p:nvPicPr>
        <p:blipFill>
          <a:blip r:embed="rId1" cstate="print"/>
          <a:stretch>
            <a:fillRect/>
          </a:stretch>
        </p:blipFill>
        <p:spPr>
          <a:xfrm rot="0">
            <a:off x="723900" y="6172200"/>
            <a:ext cx="2181225" cy="485775"/>
          </a:xfrm>
          <a:prstGeom prst="rect"/>
          <a:noFill/>
          <a:ln w="12700" cmpd="sng" cap="flat">
            <a:noFill/>
            <a:prstDash val="solid"/>
            <a:miter/>
          </a:ln>
        </p:spPr>
      </p:pic>
      <p:sp>
        <p:nvSpPr>
          <p:cNvPr id="141" name="文本框"/>
          <p:cNvSpPr>
            <a:spLocks noGrp="1"/>
          </p:cNvSpPr>
          <p:nvPr>
            <p:ph type="sldNum" idx="7"/>
          </p:nvPr>
        </p:nvSpPr>
        <p:spPr>
          <a:xfrm rot="0">
            <a:off x="11353418" y="6473336"/>
            <a:ext cx="151129" cy="168909"/>
          </a:xfrm>
          <a:prstGeom prst="rect"/>
          <a:noFill/>
          <a:ln w="12700" cmpd="sng" cap="flat">
            <a:noFill/>
            <a:prstDash val="solid"/>
            <a:miter/>
          </a:ln>
        </p:spPr>
        <p:txBody>
          <a:bodyPr vert="horz" wrap="square" lIns="0" tIns="6985" rIns="0" bIns="0" anchor="t" anchorCtr="0">
            <a:prstTxWarp prst="textNoShape"/>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6</a:t>
            </a:fld>
            <a:endParaRPr lang="zh-CN" altLang="en-US" sz="1100" b="0" i="0" u="none" strike="noStrike" kern="1200" cap="none" spc="10" baseline="0">
              <a:solidFill>
                <a:srgbClr val="2D936B"/>
              </a:solidFill>
              <a:latin typeface="Trebuchet MS" pitchFamily="0" charset="0"/>
              <a:ea typeface="宋体" pitchFamily="0" charset="0"/>
              <a:cs typeface="Trebuchet MS" pitchFamily="0" charset="0"/>
            </a:endParaRPr>
          </a:p>
        </p:txBody>
      </p:sp>
      <p:sp>
        <p:nvSpPr>
          <p:cNvPr id="142" name="矩形"/>
          <p:cNvSpPr>
            <a:spLocks/>
          </p:cNvSpPr>
          <p:nvPr/>
        </p:nvSpPr>
        <p:spPr>
          <a:xfrm rot="0">
            <a:off x="3290517" y="2783422"/>
            <a:ext cx="6623899" cy="152018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Font typeface="Droid Sans" pitchFamily="0" charset="0"/>
              <a:buChar char="●"/>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Employee </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Font typeface="Droid Sans" pitchFamily="0" charset="0"/>
              <a:buChar char="●"/>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Employer</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Font typeface="Droid Sans" pitchFamily="0" charset="0"/>
              <a:buChar char="●"/>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IT sector </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Font typeface="Droid Sans" pitchFamily="0" charset="0"/>
              <a:buChar char="●"/>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Organisations</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None/>
            </a:pPr>
            <a:endParaRPr lang="zh-CN" altLang="en-US" sz="2400" b="0" i="0" u="none" strike="noStrike" kern="1200" cap="none" spc="0" baseline="0">
              <a:solidFill>
                <a:schemeClr val="tx1"/>
              </a:solidFill>
              <a:latin typeface="Droid Sans" pitchFamily="0" charset="0"/>
              <a:ea typeface="宋体" pitchFamily="0" charset="0"/>
              <a:cs typeface="Lucida Sans" pitchFamily="0" charset="0"/>
            </a:endParaRPr>
          </a:p>
        </p:txBody>
      </p:sp>
    </p:spTree>
    <p:extLst>
      <p:ext uri="{BB962C8B-B14F-4D97-AF65-F5344CB8AC3E}">
        <p14:creationId xmlns:p14="http://schemas.microsoft.com/office/powerpoint/2010/main" val="935036370"/>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pic>
        <p:nvPicPr>
          <p:cNvPr id="145" name="图片"/>
          <p:cNvPicPr>
            <a:picLocks/>
          </p:cNvPicPr>
          <p:nvPr/>
        </p:nvPicPr>
        <p:blipFill>
          <a:blip r:embed="rId1" cstate="print"/>
          <a:stretch>
            <a:fillRect/>
          </a:stretch>
        </p:blipFill>
        <p:spPr>
          <a:xfrm rot="0">
            <a:off x="0" y="1476375"/>
            <a:ext cx="2695574" cy="3248025"/>
          </a:xfrm>
          <a:prstGeom prst="rect"/>
          <a:noFill/>
          <a:ln w="12700" cmpd="sng" cap="flat">
            <a:noFill/>
            <a:prstDash val="solid"/>
            <a:miter/>
          </a:ln>
        </p:spPr>
      </p:pic>
      <p:sp>
        <p:nvSpPr>
          <p:cNvPr id="146" name="文本框"/>
          <p:cNvSpPr>
            <a:spLocks noGrp="1"/>
          </p:cNvSpPr>
          <p:nvPr>
            <p:ph type="title"/>
          </p:nvPr>
        </p:nvSpPr>
        <p:spPr>
          <a:xfrm rot="0">
            <a:off x="558165" y="857885"/>
            <a:ext cx="9763125" cy="556260"/>
          </a:xfrm>
          <a:prstGeom prst="rect"/>
          <a:noFill/>
          <a:ln w="12700" cmpd="sng" cap="flat">
            <a:noFill/>
            <a:prstDash val="solid"/>
            <a:miter/>
          </a:ln>
        </p:spPr>
        <p:txBody>
          <a:bodyPr vert="horz" wrap="square" lIns="0" tIns="13334" rIns="0" bIns="0" anchor="t" anchorCtr="0">
            <a:prstTxWarp prst="textNoShape"/>
            <a:spAutoFit/>
          </a:bodyPr>
          <a:lstStyle/>
          <a:p>
            <a:pPr marL="12700" indent="0" algn="l">
              <a:lnSpc>
                <a:spcPct val="100000"/>
              </a:lnSpc>
              <a:spcBef>
                <a:spcPts val="104"/>
              </a:spcBef>
              <a:spcAft>
                <a:spcPts val="0"/>
              </a:spcAft>
              <a:buNone/>
            </a:pPr>
            <a:r>
              <a:rPr lang="en-US" altLang="zh-CN" sz="3600" b="1" i="0" u="none" strike="noStrike" kern="0" cap="none" spc="10" baseline="0">
                <a:solidFill>
                  <a:schemeClr val="tx1"/>
                </a:solidFill>
                <a:latin typeface="Trebuchet MS" pitchFamily="0" charset="0"/>
                <a:ea typeface="宋体" pitchFamily="0" charset="0"/>
                <a:cs typeface="Trebuchet MS" pitchFamily="0" charset="0"/>
              </a:rPr>
              <a:t>O</a:t>
            </a:r>
            <a:r>
              <a:rPr lang="en-US" altLang="zh-CN" sz="3600" b="1" i="0" u="none" strike="noStrike" kern="0" cap="none" spc="25" baseline="0">
                <a:solidFill>
                  <a:schemeClr val="tx1"/>
                </a:solidFill>
                <a:latin typeface="Trebuchet MS" pitchFamily="0" charset="0"/>
                <a:ea typeface="宋体" pitchFamily="0" charset="0"/>
                <a:cs typeface="Trebuchet MS" pitchFamily="0" charset="0"/>
              </a:rPr>
              <a:t>U</a:t>
            </a:r>
            <a:r>
              <a:rPr lang="en-US" altLang="zh-CN" sz="3600" b="1" i="0" u="none" strike="noStrike" kern="0" cap="none" spc="0" baseline="0">
                <a:solidFill>
                  <a:schemeClr val="tx1"/>
                </a:solidFill>
                <a:latin typeface="Trebuchet MS" pitchFamily="0" charset="0"/>
                <a:ea typeface="宋体" pitchFamily="0" charset="0"/>
                <a:cs typeface="Trebuchet MS" pitchFamily="0" charset="0"/>
              </a:rPr>
              <a:t>R</a:t>
            </a:r>
            <a:r>
              <a:rPr lang="en-US" altLang="zh-CN" sz="3600" b="1" i="0" u="none" strike="noStrike" kern="0" cap="none" spc="5" baseline="0">
                <a:solidFill>
                  <a:schemeClr val="tx1"/>
                </a:solidFill>
                <a:latin typeface="Trebuchet MS" pitchFamily="0" charset="0"/>
                <a:ea typeface="宋体" pitchFamily="0" charset="0"/>
                <a:cs typeface="Trebuchet MS" pitchFamily="0" charset="0"/>
              </a:rPr>
              <a:t> </a:t>
            </a:r>
            <a:r>
              <a:rPr lang="en-US" altLang="zh-CN" sz="3600" b="1" i="0" u="none" strike="noStrike" kern="0" cap="none" spc="25" baseline="0">
                <a:solidFill>
                  <a:schemeClr val="tx1"/>
                </a:solidFill>
                <a:latin typeface="Trebuchet MS" pitchFamily="0" charset="0"/>
                <a:ea typeface="宋体" pitchFamily="0" charset="0"/>
                <a:cs typeface="Trebuchet MS" pitchFamily="0" charset="0"/>
              </a:rPr>
              <a:t>S</a:t>
            </a:r>
            <a:r>
              <a:rPr lang="en-US" altLang="zh-CN" sz="3600" b="1" i="0" u="none" strike="noStrike" kern="0" cap="none" spc="10" baseline="0">
                <a:solidFill>
                  <a:schemeClr val="tx1"/>
                </a:solidFill>
                <a:latin typeface="Trebuchet MS" pitchFamily="0" charset="0"/>
                <a:ea typeface="宋体" pitchFamily="0" charset="0"/>
                <a:cs typeface="Trebuchet MS" pitchFamily="0" charset="0"/>
              </a:rPr>
              <a:t>O</a:t>
            </a:r>
            <a:r>
              <a:rPr lang="en-US" altLang="zh-CN" sz="3600" b="1" i="0" u="none" strike="noStrike" kern="0" cap="none" spc="25" baseline="0">
                <a:solidFill>
                  <a:schemeClr val="tx1"/>
                </a:solidFill>
                <a:latin typeface="Trebuchet MS" pitchFamily="0" charset="0"/>
                <a:ea typeface="宋体" pitchFamily="0" charset="0"/>
                <a:cs typeface="Trebuchet MS" pitchFamily="0" charset="0"/>
              </a:rPr>
              <a:t>LU</a:t>
            </a:r>
            <a:r>
              <a:rPr lang="en-US" altLang="zh-CN" sz="3600" b="1" i="0" u="none" strike="noStrike" kern="0" cap="none" spc="-35" baseline="0">
                <a:solidFill>
                  <a:schemeClr val="tx1"/>
                </a:solidFill>
                <a:latin typeface="Trebuchet MS" pitchFamily="0" charset="0"/>
                <a:ea typeface="宋体" pitchFamily="0" charset="0"/>
                <a:cs typeface="Trebuchet MS" pitchFamily="0" charset="0"/>
              </a:rPr>
              <a:t>T</a:t>
            </a:r>
            <a:r>
              <a:rPr lang="en-US" altLang="zh-CN" sz="3600" b="1" i="0" u="none" strike="noStrike" kern="0" cap="none" spc="-30" baseline="0">
                <a:solidFill>
                  <a:schemeClr val="tx1"/>
                </a:solidFill>
                <a:latin typeface="Trebuchet MS" pitchFamily="0" charset="0"/>
                <a:ea typeface="宋体" pitchFamily="0" charset="0"/>
                <a:cs typeface="Trebuchet MS" pitchFamily="0" charset="0"/>
              </a:rPr>
              <a:t>I</a:t>
            </a:r>
            <a:r>
              <a:rPr lang="en-US" altLang="zh-CN" sz="3600" b="1" i="0" u="none" strike="noStrike" kern="0" cap="none" spc="10" baseline="0">
                <a:solidFill>
                  <a:schemeClr val="tx1"/>
                </a:solidFill>
                <a:latin typeface="Trebuchet MS" pitchFamily="0" charset="0"/>
                <a:ea typeface="宋体" pitchFamily="0" charset="0"/>
                <a:cs typeface="Trebuchet MS" pitchFamily="0" charset="0"/>
              </a:rPr>
              <a:t>O</a:t>
            </a:r>
            <a:r>
              <a:rPr lang="en-US" altLang="zh-CN" sz="3600" b="1" i="0" u="none" strike="noStrike" kern="0" cap="none" spc="0" baseline="0">
                <a:solidFill>
                  <a:schemeClr val="tx1"/>
                </a:solidFill>
                <a:latin typeface="Trebuchet MS" pitchFamily="0" charset="0"/>
                <a:ea typeface="宋体" pitchFamily="0" charset="0"/>
                <a:cs typeface="Trebuchet MS" pitchFamily="0" charset="0"/>
              </a:rPr>
              <a:t>N</a:t>
            </a:r>
            <a:r>
              <a:rPr lang="en-US" altLang="zh-CN" sz="3600" b="1" i="0" u="none" strike="noStrike" kern="0" cap="none" spc="-345" baseline="0">
                <a:solidFill>
                  <a:schemeClr val="tx1"/>
                </a:solidFill>
                <a:latin typeface="Trebuchet MS" pitchFamily="0" charset="0"/>
                <a:ea typeface="宋体" pitchFamily="0" charset="0"/>
                <a:cs typeface="Trebuchet MS" pitchFamily="0" charset="0"/>
              </a:rPr>
              <a:t> </a:t>
            </a:r>
            <a:r>
              <a:rPr lang="en-US" altLang="zh-CN" sz="3600" b="1" i="0" u="none" strike="noStrike" kern="0" cap="none" spc="-35" baseline="0">
                <a:solidFill>
                  <a:schemeClr val="tx1"/>
                </a:solidFill>
                <a:latin typeface="Trebuchet MS" pitchFamily="0" charset="0"/>
                <a:ea typeface="宋体" pitchFamily="0" charset="0"/>
                <a:cs typeface="Trebuchet MS" pitchFamily="0" charset="0"/>
              </a:rPr>
              <a:t>A</a:t>
            </a:r>
            <a:r>
              <a:rPr lang="en-US" altLang="zh-CN" sz="3600" b="1" i="0" u="none" strike="noStrike" kern="0" cap="none" spc="-5" baseline="0">
                <a:solidFill>
                  <a:schemeClr val="tx1"/>
                </a:solidFill>
                <a:latin typeface="Trebuchet MS" pitchFamily="0" charset="0"/>
                <a:ea typeface="宋体" pitchFamily="0" charset="0"/>
                <a:cs typeface="Trebuchet MS" pitchFamily="0" charset="0"/>
              </a:rPr>
              <a:t>N</a:t>
            </a:r>
            <a:r>
              <a:rPr lang="en-US" altLang="zh-CN" sz="3600" b="1" i="0" u="none" strike="noStrike" kern="0" cap="none" spc="0" baseline="0">
                <a:solidFill>
                  <a:schemeClr val="tx1"/>
                </a:solidFill>
                <a:latin typeface="Trebuchet MS" pitchFamily="0" charset="0"/>
                <a:ea typeface="宋体" pitchFamily="0" charset="0"/>
                <a:cs typeface="Trebuchet MS" pitchFamily="0" charset="0"/>
              </a:rPr>
              <a:t>D</a:t>
            </a:r>
            <a:r>
              <a:rPr lang="en-US" altLang="zh-CN" sz="3600" b="1" i="0" u="none" strike="noStrike" kern="0" cap="none" spc="35" baseline="0">
                <a:solidFill>
                  <a:schemeClr val="tx1"/>
                </a:solidFill>
                <a:latin typeface="Trebuchet MS" pitchFamily="0" charset="0"/>
                <a:ea typeface="宋体" pitchFamily="0" charset="0"/>
                <a:cs typeface="Trebuchet MS" pitchFamily="0" charset="0"/>
              </a:rPr>
              <a:t> </a:t>
            </a:r>
            <a:r>
              <a:rPr lang="en-US" altLang="zh-CN" sz="3600" b="1" i="0" u="none" strike="noStrike" kern="0" cap="none" spc="-30" baseline="0">
                <a:solidFill>
                  <a:schemeClr val="tx1"/>
                </a:solidFill>
                <a:latin typeface="Trebuchet MS" pitchFamily="0" charset="0"/>
                <a:ea typeface="宋体" pitchFamily="0" charset="0"/>
                <a:cs typeface="Trebuchet MS" pitchFamily="0" charset="0"/>
              </a:rPr>
              <a:t>I</a:t>
            </a:r>
            <a:r>
              <a:rPr lang="en-US" altLang="zh-CN" sz="3600" b="1" i="0" u="none" strike="noStrike" kern="0" cap="none" spc="-35" baseline="0">
                <a:solidFill>
                  <a:schemeClr val="tx1"/>
                </a:solidFill>
                <a:latin typeface="Trebuchet MS" pitchFamily="0" charset="0"/>
                <a:ea typeface="宋体" pitchFamily="0" charset="0"/>
                <a:cs typeface="Trebuchet MS" pitchFamily="0" charset="0"/>
              </a:rPr>
              <a:t>T</a:t>
            </a:r>
            <a:r>
              <a:rPr lang="en-US" altLang="zh-CN" sz="3600" b="1" i="0" u="none" strike="noStrike" kern="0" cap="none" spc="0" baseline="0">
                <a:solidFill>
                  <a:schemeClr val="tx1"/>
                </a:solidFill>
                <a:latin typeface="Trebuchet MS" pitchFamily="0" charset="0"/>
                <a:ea typeface="宋体" pitchFamily="0" charset="0"/>
                <a:cs typeface="Trebuchet MS" pitchFamily="0" charset="0"/>
              </a:rPr>
              <a:t>S</a:t>
            </a:r>
            <a:r>
              <a:rPr lang="en-US" altLang="zh-CN" sz="3600" b="1" i="0" u="none" strike="noStrike" kern="0" cap="none" spc="60" baseline="0">
                <a:solidFill>
                  <a:schemeClr val="tx1"/>
                </a:solidFill>
                <a:latin typeface="Trebuchet MS" pitchFamily="0" charset="0"/>
                <a:ea typeface="宋体" pitchFamily="0" charset="0"/>
                <a:cs typeface="Trebuchet MS" pitchFamily="0" charset="0"/>
              </a:rPr>
              <a:t> </a:t>
            </a:r>
            <a:r>
              <a:rPr lang="en-US" altLang="zh-CN" sz="3600" b="1" i="0" u="none" strike="noStrike" kern="0" cap="none" spc="-295" baseline="0">
                <a:solidFill>
                  <a:schemeClr val="tx1"/>
                </a:solidFill>
                <a:latin typeface="Trebuchet MS" pitchFamily="0" charset="0"/>
                <a:ea typeface="宋体" pitchFamily="0" charset="0"/>
                <a:cs typeface="Trebuchet MS" pitchFamily="0" charset="0"/>
              </a:rPr>
              <a:t>V</a:t>
            </a:r>
            <a:r>
              <a:rPr lang="en-US" altLang="zh-CN" sz="3600" b="1" i="0" u="none" strike="noStrike" kern="0" cap="none" spc="-35" baseline="0">
                <a:solidFill>
                  <a:schemeClr val="tx1"/>
                </a:solidFill>
                <a:latin typeface="Trebuchet MS" pitchFamily="0" charset="0"/>
                <a:ea typeface="宋体" pitchFamily="0" charset="0"/>
                <a:cs typeface="Trebuchet MS" pitchFamily="0" charset="0"/>
              </a:rPr>
              <a:t>A</a:t>
            </a:r>
            <a:r>
              <a:rPr lang="en-US" altLang="zh-CN" sz="3600" b="1" i="0" u="none" strike="noStrike" kern="0" cap="none" spc="25" baseline="0">
                <a:solidFill>
                  <a:schemeClr val="tx1"/>
                </a:solidFill>
                <a:latin typeface="Trebuchet MS" pitchFamily="0" charset="0"/>
                <a:ea typeface="宋体" pitchFamily="0" charset="0"/>
                <a:cs typeface="Trebuchet MS" pitchFamily="0" charset="0"/>
              </a:rPr>
              <a:t>LU</a:t>
            </a:r>
            <a:r>
              <a:rPr lang="en-US" altLang="zh-CN" sz="3600" b="1" i="0" u="none" strike="noStrike" kern="0" cap="none" spc="0" baseline="0">
                <a:solidFill>
                  <a:schemeClr val="tx1"/>
                </a:solidFill>
                <a:latin typeface="Trebuchet MS" pitchFamily="0" charset="0"/>
                <a:ea typeface="宋体" pitchFamily="0" charset="0"/>
                <a:cs typeface="Trebuchet MS" pitchFamily="0" charset="0"/>
              </a:rPr>
              <a:t>E</a:t>
            </a:r>
            <a:r>
              <a:rPr lang="en-US" altLang="zh-CN" sz="3600" b="1" i="0" u="none" strike="noStrike" kern="0" cap="none" spc="-65" baseline="0">
                <a:solidFill>
                  <a:schemeClr val="tx1"/>
                </a:solidFill>
                <a:latin typeface="Trebuchet MS" pitchFamily="0" charset="0"/>
                <a:ea typeface="宋体" pitchFamily="0" charset="0"/>
                <a:cs typeface="Trebuchet MS" pitchFamily="0" charset="0"/>
              </a:rPr>
              <a:t> </a:t>
            </a:r>
            <a:r>
              <a:rPr lang="en-US" altLang="zh-CN" sz="3600" b="1" i="0" u="none" strike="noStrike" kern="0" cap="none" spc="-15" baseline="0">
                <a:solidFill>
                  <a:schemeClr val="tx1"/>
                </a:solidFill>
                <a:latin typeface="Trebuchet MS" pitchFamily="0" charset="0"/>
                <a:ea typeface="宋体" pitchFamily="0" charset="0"/>
                <a:cs typeface="Trebuchet MS" pitchFamily="0" charset="0"/>
              </a:rPr>
              <a:t>P</a:t>
            </a:r>
            <a:r>
              <a:rPr lang="en-US" altLang="zh-CN" sz="3600" b="1" i="0" u="none" strike="noStrike" kern="0" cap="none" spc="-30" baseline="0">
                <a:solidFill>
                  <a:schemeClr val="tx1"/>
                </a:solidFill>
                <a:latin typeface="Trebuchet MS" pitchFamily="0" charset="0"/>
                <a:ea typeface="宋体" pitchFamily="0" charset="0"/>
                <a:cs typeface="Trebuchet MS" pitchFamily="0" charset="0"/>
              </a:rPr>
              <a:t>R</a:t>
            </a:r>
            <a:r>
              <a:rPr lang="en-US" altLang="zh-CN" sz="3600" b="1" i="0" u="none" strike="noStrike" kern="0" cap="none" spc="10" baseline="0">
                <a:solidFill>
                  <a:schemeClr val="tx1"/>
                </a:solidFill>
                <a:latin typeface="Trebuchet MS" pitchFamily="0" charset="0"/>
                <a:ea typeface="宋体" pitchFamily="0" charset="0"/>
                <a:cs typeface="Trebuchet MS" pitchFamily="0" charset="0"/>
              </a:rPr>
              <a:t>O</a:t>
            </a:r>
            <a:r>
              <a:rPr lang="en-US" altLang="zh-CN" sz="3600" b="1" i="0" u="none" strike="noStrike" kern="0" cap="none" spc="-15" baseline="0">
                <a:solidFill>
                  <a:schemeClr val="tx1"/>
                </a:solidFill>
                <a:latin typeface="Trebuchet MS" pitchFamily="0" charset="0"/>
                <a:ea typeface="宋体" pitchFamily="0" charset="0"/>
                <a:cs typeface="Trebuchet MS" pitchFamily="0" charset="0"/>
              </a:rPr>
              <a:t>P</a:t>
            </a:r>
            <a:r>
              <a:rPr lang="en-US" altLang="zh-CN" sz="3600" b="1" i="0" u="none" strike="noStrike" kern="0" cap="none" spc="10" baseline="0">
                <a:solidFill>
                  <a:schemeClr val="tx1"/>
                </a:solidFill>
                <a:latin typeface="Trebuchet MS" pitchFamily="0" charset="0"/>
                <a:ea typeface="宋体" pitchFamily="0" charset="0"/>
                <a:cs typeface="Trebuchet MS" pitchFamily="0" charset="0"/>
              </a:rPr>
              <a:t>O</a:t>
            </a:r>
            <a:r>
              <a:rPr lang="en-US" altLang="zh-CN" sz="3600" b="1" i="0" u="none" strike="noStrike" kern="0" cap="none" spc="25" baseline="0">
                <a:solidFill>
                  <a:schemeClr val="tx1"/>
                </a:solidFill>
                <a:latin typeface="Trebuchet MS" pitchFamily="0" charset="0"/>
                <a:ea typeface="宋体" pitchFamily="0" charset="0"/>
                <a:cs typeface="Trebuchet MS" pitchFamily="0" charset="0"/>
              </a:rPr>
              <a:t>S</a:t>
            </a:r>
            <a:r>
              <a:rPr lang="en-US" altLang="zh-CN" sz="3600" b="1" i="0" u="none" strike="noStrike" kern="0" cap="none" spc="-30" baseline="0">
                <a:solidFill>
                  <a:schemeClr val="tx1"/>
                </a:solidFill>
                <a:latin typeface="Trebuchet MS" pitchFamily="0" charset="0"/>
                <a:ea typeface="宋体" pitchFamily="0" charset="0"/>
                <a:cs typeface="Trebuchet MS" pitchFamily="0" charset="0"/>
              </a:rPr>
              <a:t>I</a:t>
            </a:r>
            <a:r>
              <a:rPr lang="en-US" altLang="zh-CN" sz="3600" b="1" i="0" u="none" strike="noStrike" kern="0" cap="none" spc="-35" baseline="0">
                <a:solidFill>
                  <a:schemeClr val="tx1"/>
                </a:solidFill>
                <a:latin typeface="Trebuchet MS" pitchFamily="0" charset="0"/>
                <a:ea typeface="宋体" pitchFamily="0" charset="0"/>
                <a:cs typeface="Trebuchet MS" pitchFamily="0" charset="0"/>
              </a:rPr>
              <a:t>T</a:t>
            </a:r>
            <a:r>
              <a:rPr lang="en-US" altLang="zh-CN" sz="3600" b="1" i="0" u="none" strike="noStrike" kern="0" cap="none" spc="-30" baseline="0">
                <a:solidFill>
                  <a:schemeClr val="tx1"/>
                </a:solidFill>
                <a:latin typeface="Trebuchet MS" pitchFamily="0" charset="0"/>
                <a:ea typeface="宋体" pitchFamily="0" charset="0"/>
                <a:cs typeface="Trebuchet MS" pitchFamily="0" charset="0"/>
              </a:rPr>
              <a:t>I</a:t>
            </a:r>
            <a:r>
              <a:rPr lang="en-US" altLang="zh-CN" sz="3600" b="1" i="0" u="none" strike="noStrike" kern="0" cap="none" spc="10" baseline="0">
                <a:solidFill>
                  <a:schemeClr val="tx1"/>
                </a:solidFill>
                <a:latin typeface="Trebuchet MS" pitchFamily="0" charset="0"/>
                <a:ea typeface="宋体" pitchFamily="0" charset="0"/>
                <a:cs typeface="Trebuchet MS" pitchFamily="0" charset="0"/>
              </a:rPr>
              <a:t>O</a:t>
            </a:r>
            <a:r>
              <a:rPr lang="en-US" altLang="zh-CN" sz="3600" b="1" i="0" u="none" strike="noStrike" kern="0" cap="none" spc="0" baseline="0">
                <a:solidFill>
                  <a:schemeClr val="tx1"/>
                </a:solidFill>
                <a:latin typeface="Trebuchet MS" pitchFamily="0" charset="0"/>
                <a:ea typeface="宋体" pitchFamily="0" charset="0"/>
                <a:cs typeface="Trebuchet MS" pitchFamily="0" charset="0"/>
              </a:rPr>
              <a:t>N</a:t>
            </a:r>
            <a:endParaRPr lang="zh-CN" altLang="en-US" sz="3600" b="1" i="0" u="none" strike="noStrike" kern="0" cap="none" spc="0" baseline="0">
              <a:solidFill>
                <a:schemeClr val="tx1"/>
              </a:solidFill>
              <a:latin typeface="Trebuchet MS" pitchFamily="0" charset="0"/>
              <a:ea typeface="宋体" pitchFamily="0" charset="0"/>
              <a:cs typeface="Trebuchet MS" pitchFamily="0" charset="0"/>
            </a:endParaRPr>
          </a:p>
        </p:txBody>
      </p:sp>
      <p:pic>
        <p:nvPicPr>
          <p:cNvPr id="147" name="图片"/>
          <p:cNvPicPr>
            <a:picLocks/>
          </p:cNvPicPr>
          <p:nvPr/>
        </p:nvPicPr>
        <p:blipFill>
          <a:blip r:embed="rId2" cstate="print"/>
          <a:stretch>
            <a:fillRect/>
          </a:stretch>
        </p:blipFill>
        <p:spPr>
          <a:xfrm rot="0">
            <a:off x="676275" y="6467475"/>
            <a:ext cx="2143125" cy="200023"/>
          </a:xfrm>
          <a:prstGeom prst="rect"/>
          <a:noFill/>
          <a:ln w="12700" cmpd="sng" cap="flat">
            <a:noFill/>
            <a:prstDash val="solid"/>
            <a:miter/>
          </a:ln>
        </p:spPr>
      </p:pic>
      <p:sp>
        <p:nvSpPr>
          <p:cNvPr id="148" name="文本框"/>
          <p:cNvSpPr>
            <a:spLocks noGrp="1"/>
          </p:cNvSpPr>
          <p:nvPr>
            <p:ph type="sldNum" idx="7"/>
          </p:nvPr>
        </p:nvSpPr>
        <p:spPr>
          <a:xfrm rot="0">
            <a:off x="11353418" y="6473336"/>
            <a:ext cx="151129" cy="168909"/>
          </a:xfrm>
          <a:prstGeom prst="rect"/>
          <a:noFill/>
          <a:ln w="12700" cmpd="sng" cap="flat">
            <a:noFill/>
            <a:prstDash val="solid"/>
            <a:miter/>
          </a:ln>
        </p:spPr>
        <p:txBody>
          <a:bodyPr vert="horz" wrap="square" lIns="0" tIns="6985" rIns="0" bIns="0" anchor="t" anchorCtr="0">
            <a:prstTxWarp prst="textNoShape"/>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7</a:t>
            </a:fld>
            <a:endParaRPr lang="zh-CN" altLang="en-US" sz="1100" b="0" i="0" u="none" strike="noStrike" kern="1200" cap="none" spc="10" baseline="0">
              <a:solidFill>
                <a:srgbClr val="2D936B"/>
              </a:solidFill>
              <a:latin typeface="Trebuchet MS" pitchFamily="0" charset="0"/>
              <a:ea typeface="宋体" pitchFamily="0" charset="0"/>
              <a:cs typeface="Trebuchet MS" pitchFamily="0" charset="0"/>
            </a:endParaRPr>
          </a:p>
        </p:txBody>
      </p:sp>
      <p:sp>
        <p:nvSpPr>
          <p:cNvPr id="149" name="矩形"/>
          <p:cNvSpPr>
            <a:spLocks/>
          </p:cNvSpPr>
          <p:nvPr/>
        </p:nvSpPr>
        <p:spPr>
          <a:xfrm rot="0">
            <a:off x="3212144" y="3648019"/>
            <a:ext cx="5039922" cy="358140"/>
          </a:xfrm>
          <a:prstGeom prst="rect"/>
          <a:noFill/>
          <a:ln w="12700" cmpd="sng" cap="flat">
            <a:noFill/>
            <a:prstDash val="solid"/>
            <a:miter/>
          </a:ln>
        </p:spPr>
      </p:sp>
      <p:sp>
        <p:nvSpPr>
          <p:cNvPr id="150" name="矩形"/>
          <p:cNvSpPr>
            <a:spLocks/>
          </p:cNvSpPr>
          <p:nvPr/>
        </p:nvSpPr>
        <p:spPr>
          <a:xfrm rot="0">
            <a:off x="5205332" y="2800307"/>
            <a:ext cx="1257279" cy="358140"/>
          </a:xfrm>
          <a:prstGeom prst="rect"/>
          <a:noFill/>
          <a:ln w="12700" cmpd="sng" cap="flat">
            <a:noFill/>
            <a:prstDash val="solid"/>
            <a:miter/>
          </a:ln>
        </p:spPr>
      </p:sp>
      <p:sp>
        <p:nvSpPr>
          <p:cNvPr id="151" name="矩形"/>
          <p:cNvSpPr>
            <a:spLocks/>
          </p:cNvSpPr>
          <p:nvPr/>
        </p:nvSpPr>
        <p:spPr>
          <a:xfrm rot="0">
            <a:off x="3076527" y="1771623"/>
            <a:ext cx="6403721" cy="46253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Excel can be used to analyze employee performance by tracking metrics and providing a framework for performance reviews: </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 </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Metrics</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Track metrics like productivity, attendance, quality of work, timeliness, and feedback. </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 </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Templates</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Use a free Excel template to create performance reviews. These templates can include sections for an employee's name, job role, and date of review, as well as an evaluation section. </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 </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Performance plans</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Use an Excel template to create a performance plan that includes goal tracking, feedback, and performance analytics. </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 </a:t>
            </a:r>
            <a:endParaRPr lang="zh-CN" altLang="en-US" sz="1800" b="0" i="0" u="none" strike="noStrike" kern="1200" cap="none" spc="0" baseline="0">
              <a:solidFill>
                <a:schemeClr val="tx1"/>
              </a:solidFill>
              <a:latin typeface="Droid Sans" pitchFamily="0" charset="0"/>
              <a:ea typeface="宋体" pitchFamily="0" charset="0"/>
              <a:cs typeface="Lucida Sans" pitchFamily="0" charset="0"/>
            </a:endParaRPr>
          </a:p>
        </p:txBody>
      </p:sp>
    </p:spTree>
    <p:extLst>
      <p:ext uri="{BB962C8B-B14F-4D97-AF65-F5344CB8AC3E}">
        <p14:creationId xmlns:p14="http://schemas.microsoft.com/office/powerpoint/2010/main" val="769778189"/>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54" name="文本框"/>
          <p:cNvSpPr>
            <a:spLocks noGrp="1"/>
          </p:cNvSpPr>
          <p:nvPr>
            <p:ph type="title"/>
          </p:nvPr>
        </p:nvSpPr>
        <p:spPr>
          <a:xfrm rot="0">
            <a:off x="755332" y="385444"/>
            <a:ext cx="10681335" cy="75819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4800" b="1" i="0" u="none" strike="noStrike" kern="0" cap="none" spc="0" baseline="0">
                <a:solidFill>
                  <a:schemeClr val="tx1"/>
                </a:solidFill>
                <a:latin typeface="Trebuchet MS" pitchFamily="0" charset="0"/>
                <a:ea typeface="宋体" pitchFamily="0" charset="0"/>
                <a:cs typeface="Trebuchet MS" pitchFamily="0" charset="0"/>
              </a:rPr>
              <a:t>Dataset Description</a:t>
            </a:r>
            <a:endParaRPr lang="zh-CN" altLang="en-US" sz="4800" b="1" i="0" u="none" strike="noStrike" kern="0" cap="none" spc="0" baseline="0">
              <a:solidFill>
                <a:schemeClr val="tx1"/>
              </a:solidFill>
              <a:latin typeface="Trebuchet MS" pitchFamily="0" charset="0"/>
              <a:ea typeface="宋体" pitchFamily="0" charset="0"/>
              <a:cs typeface="Trebuchet MS" pitchFamily="0" charset="0"/>
            </a:endParaRPr>
          </a:p>
        </p:txBody>
      </p:sp>
      <p:sp>
        <p:nvSpPr>
          <p:cNvPr id="155" name="矩形"/>
          <p:cNvSpPr>
            <a:spLocks/>
          </p:cNvSpPr>
          <p:nvPr/>
        </p:nvSpPr>
        <p:spPr>
          <a:xfrm rot="0">
            <a:off x="2134635" y="2352639"/>
            <a:ext cx="5473342" cy="19583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A dataset is a collection of organized data that can be used for many purposes, including analysis, research, and training machine learning models. Datasets can include many different types of data, such as: Numerical values, Text, Images, Audio recordings, and Basic descriptions of objects. </a:t>
            </a:r>
            <a:endParaRPr lang="en-US" altLang="zh-CN" sz="1800" b="0" i="0" u="none" strike="noStrike" kern="1200" cap="none" spc="0" baseline="0">
              <a:solidFill>
                <a:schemeClr val="tx1"/>
              </a:solidFill>
              <a:latin typeface="Droid Sans" pitchFamily="0" charset="0"/>
              <a:ea typeface="宋体" pitchFamily="0" charset="0"/>
              <a:cs typeface="Lucida Sans" pitchFamily="0"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Droid Sans" pitchFamily="0" charset="0"/>
              <a:ea typeface="宋体" pitchFamily="0" charset="0"/>
              <a:cs typeface="Lucida Sans" pitchFamily="0" charset="0"/>
            </a:endParaRPr>
          </a:p>
        </p:txBody>
      </p:sp>
    </p:spTree>
    <p:extLst>
      <p:ext uri="{BB962C8B-B14F-4D97-AF65-F5344CB8AC3E}">
        <p14:creationId xmlns:p14="http://schemas.microsoft.com/office/powerpoint/2010/main" val="549486705"/>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58" name="矩形"/>
          <p:cNvSpPr>
            <a:spLocks/>
          </p:cNvSpPr>
          <p:nvPr/>
        </p:nvSpPr>
        <p:spPr>
          <a:xfrm rot="0">
            <a:off x="752474" y="6486037"/>
            <a:ext cx="1773554" cy="166368"/>
          </a:xfrm>
          <a:prstGeom prst="rect"/>
          <a:noFill/>
          <a:ln w="12700" cmpd="sng" cap="flat">
            <a:noFill/>
            <a:prstDash val="solid"/>
            <a:miter/>
          </a:ln>
        </p:spPr>
        <p:txBody>
          <a:bodyPr vert="horz" wrap="square" lIns="0" tIns="0" rIns="0" bIns="0" anchor="t" anchorCtr="0">
            <a:prstTxWarp prst="textNoShape"/>
            <a:spAutoFit/>
          </a:bodyPr>
          <a:lstStyle/>
          <a:p>
            <a:pPr marL="0" indent="0" algn="l">
              <a:lnSpc>
                <a:spcPts val="1275"/>
              </a:lnSpc>
              <a:spcBef>
                <a:spcPts val="0"/>
              </a:spcBef>
              <a:spcAft>
                <a:spcPts val="0"/>
              </a:spcAft>
              <a:buNone/>
            </a:pPr>
            <a:r>
              <a:rPr lang="en-US" altLang="zh-CN" sz="1100" b="0" i="0" u="none" strike="noStrike" kern="1200" cap="none" spc="20" baseline="0">
                <a:solidFill>
                  <a:srgbClr val="2D83C3"/>
                </a:solidFill>
                <a:latin typeface="Trebuchet MS" pitchFamily="0" charset="0"/>
                <a:ea typeface="宋体" pitchFamily="0" charset="0"/>
                <a:cs typeface="Trebuchet MS" pitchFamily="0" charset="0"/>
              </a:rPr>
              <a:t>3/21/202</a:t>
            </a:r>
            <a:r>
              <a:rPr lang="en-US" altLang="zh-CN" sz="1100" b="0" i="0" u="none" strike="noStrike" kern="1200" cap="none" spc="10" baseline="0">
                <a:solidFill>
                  <a:srgbClr val="2D83C3"/>
                </a:solidFill>
                <a:latin typeface="Trebuchet MS" pitchFamily="0" charset="0"/>
                <a:ea typeface="宋体" pitchFamily="0" charset="0"/>
                <a:cs typeface="Trebuchet MS" pitchFamily="0" charset="0"/>
              </a:rPr>
              <a:t>4</a:t>
            </a:r>
            <a:r>
              <a:rPr lang="en-US" altLang="zh-CN" sz="1100" b="0" i="0" u="none" strike="noStrike" kern="1200" cap="none" spc="0" baseline="0">
                <a:solidFill>
                  <a:srgbClr val="2D83C3"/>
                </a:solidFill>
                <a:latin typeface="Trebuchet MS" pitchFamily="0" charset="0"/>
                <a:ea typeface="宋体" pitchFamily="0" charset="0"/>
                <a:cs typeface="Trebuchet MS" pitchFamily="0" charset="0"/>
              </a:rPr>
              <a:t> </a:t>
            </a:r>
            <a:r>
              <a:rPr lang="en-US" altLang="zh-CN" sz="1100" b="0" i="0" u="none" strike="noStrike" kern="1200" cap="none" spc="130" baseline="0">
                <a:solidFill>
                  <a:srgbClr val="2D83C3"/>
                </a:solidFill>
                <a:latin typeface="Trebuchet MS" pitchFamily="0" charset="0"/>
                <a:ea typeface="宋体" pitchFamily="0" charset="0"/>
                <a:cs typeface="Trebuchet MS" pitchFamily="0" charset="0"/>
              </a:rPr>
              <a:t> </a:t>
            </a:r>
            <a:r>
              <a:rPr lang="en-US" altLang="zh-CN" sz="1100" b="1" i="0" u="none" strike="noStrike" kern="1200" cap="none" spc="50" baseline="0">
                <a:solidFill>
                  <a:srgbClr val="2D83C3"/>
                </a:solidFill>
                <a:latin typeface="Trebuchet MS" pitchFamily="0" charset="0"/>
                <a:ea typeface="宋体" pitchFamily="0" charset="0"/>
                <a:cs typeface="Trebuchet MS" pitchFamily="0" charset="0"/>
              </a:rPr>
              <a:t>A</a:t>
            </a:r>
            <a:r>
              <a:rPr lang="en-US" altLang="zh-CN" sz="1100" b="1" i="0" u="none" strike="noStrike" kern="1200" cap="none" spc="15" baseline="0">
                <a:solidFill>
                  <a:srgbClr val="2D83C3"/>
                </a:solidFill>
                <a:latin typeface="Trebuchet MS" pitchFamily="0" charset="0"/>
                <a:ea typeface="宋体" pitchFamily="0" charset="0"/>
                <a:cs typeface="Trebuchet MS" pitchFamily="0" charset="0"/>
              </a:rPr>
              <a:t>nnu</a:t>
            </a:r>
            <a:r>
              <a:rPr lang="en-US" altLang="zh-CN" sz="1100" b="1" i="0" u="none" strike="noStrike" kern="1200" cap="none" spc="10" baseline="0">
                <a:solidFill>
                  <a:srgbClr val="2D83C3"/>
                </a:solidFill>
                <a:latin typeface="Trebuchet MS" pitchFamily="0" charset="0"/>
                <a:ea typeface="宋体" pitchFamily="0" charset="0"/>
                <a:cs typeface="Trebuchet MS" pitchFamily="0" charset="0"/>
              </a:rPr>
              <a:t>al</a:t>
            </a:r>
            <a:r>
              <a:rPr lang="en-US" altLang="zh-CN" sz="1100" b="1" i="0" u="none" strike="noStrike" kern="1200" cap="none" spc="-140" baseline="0">
                <a:solidFill>
                  <a:srgbClr val="2D83C3"/>
                </a:solidFill>
                <a:latin typeface="Trebuchet MS" pitchFamily="0" charset="0"/>
                <a:ea typeface="宋体" pitchFamily="0" charset="0"/>
                <a:cs typeface="Trebuchet MS" pitchFamily="0" charset="0"/>
              </a:rPr>
              <a:t> </a:t>
            </a:r>
            <a:r>
              <a:rPr lang="en-US" altLang="zh-CN" sz="1100" b="1" i="0" u="none" strike="noStrike" kern="1200" cap="none" spc="0" baseline="0">
                <a:solidFill>
                  <a:srgbClr val="2D83C3"/>
                </a:solidFill>
                <a:latin typeface="Trebuchet MS" pitchFamily="0" charset="0"/>
                <a:ea typeface="宋体" pitchFamily="0" charset="0"/>
                <a:cs typeface="Trebuchet MS" pitchFamily="0" charset="0"/>
              </a:rPr>
              <a:t>R</a:t>
            </a:r>
            <a:r>
              <a:rPr lang="en-US" altLang="zh-CN" sz="1100" b="1" i="0" u="none" strike="noStrike" kern="1200" cap="none" spc="35" baseline="0">
                <a:solidFill>
                  <a:srgbClr val="2D83C3"/>
                </a:solidFill>
                <a:latin typeface="Trebuchet MS" pitchFamily="0" charset="0"/>
                <a:ea typeface="宋体" pitchFamily="0" charset="0"/>
                <a:cs typeface="Trebuchet MS" pitchFamily="0" charset="0"/>
              </a:rPr>
              <a:t>e</a:t>
            </a:r>
            <a:r>
              <a:rPr lang="en-US" altLang="zh-CN" sz="1100" b="1" i="0" u="none" strike="noStrike" kern="1200" cap="none" spc="90" baseline="0">
                <a:solidFill>
                  <a:srgbClr val="2D83C3"/>
                </a:solidFill>
                <a:latin typeface="Trebuchet MS" pitchFamily="0" charset="0"/>
                <a:ea typeface="宋体" pitchFamily="0" charset="0"/>
                <a:cs typeface="Trebuchet MS" pitchFamily="0" charset="0"/>
              </a:rPr>
              <a:t>v</a:t>
            </a:r>
            <a:r>
              <a:rPr lang="en-US" altLang="zh-CN" sz="1100" b="1" i="0" u="none" strike="noStrike" kern="1200" cap="none" spc="-35" baseline="0">
                <a:solidFill>
                  <a:srgbClr val="2D83C3"/>
                </a:solidFill>
                <a:latin typeface="Trebuchet MS" pitchFamily="0" charset="0"/>
                <a:ea typeface="宋体" pitchFamily="0" charset="0"/>
                <a:cs typeface="Trebuchet MS" pitchFamily="0" charset="0"/>
              </a:rPr>
              <a:t>i</a:t>
            </a:r>
            <a:r>
              <a:rPr lang="en-US" altLang="zh-CN" sz="1100" b="1" i="0" u="none" strike="noStrike" kern="1200" cap="none" spc="35" baseline="0">
                <a:solidFill>
                  <a:srgbClr val="2D83C3"/>
                </a:solidFill>
                <a:latin typeface="Trebuchet MS" pitchFamily="0" charset="0"/>
                <a:ea typeface="宋体" pitchFamily="0" charset="0"/>
                <a:cs typeface="Trebuchet MS" pitchFamily="0" charset="0"/>
              </a:rPr>
              <a:t>e</a:t>
            </a:r>
            <a:r>
              <a:rPr lang="en-US" altLang="zh-CN" sz="1100" b="1" i="0" u="none" strike="noStrike" kern="1200" cap="none" spc="15" baseline="0">
                <a:solidFill>
                  <a:srgbClr val="2D83C3"/>
                </a:solidFill>
                <a:latin typeface="Trebuchet MS" pitchFamily="0" charset="0"/>
                <a:ea typeface="宋体" pitchFamily="0" charset="0"/>
                <a:cs typeface="Trebuchet MS" pitchFamily="0" charset="0"/>
              </a:rPr>
              <a:t>w</a:t>
            </a:r>
            <a:endParaRPr lang="zh-CN" altLang="en-US" sz="1100" b="0" i="0" u="none" strike="noStrike" kern="1200" cap="none" spc="0" baseline="0">
              <a:solidFill>
                <a:schemeClr val="tx1"/>
              </a:solidFill>
              <a:latin typeface="Trebuchet MS" pitchFamily="0" charset="0"/>
              <a:ea typeface="宋体" pitchFamily="0" charset="0"/>
              <a:cs typeface="Trebuchet MS" pitchFamily="0" charset="0"/>
            </a:endParaRPr>
          </a:p>
        </p:txBody>
      </p:sp>
      <p:sp>
        <p:nvSpPr>
          <p:cNvPr id="159" name="曲线"/>
          <p:cNvSpPr>
            <a:spLocks/>
          </p:cNvSpPr>
          <p:nvPr/>
        </p:nvSpPr>
        <p:spPr>
          <a:xfrm rot="0">
            <a:off x="9353550" y="5362575"/>
            <a:ext cx="457199"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miter/>
          </a:ln>
        </p:spPr>
      </p:sp>
      <p:sp>
        <p:nvSpPr>
          <p:cNvPr id="160" name="曲线"/>
          <p:cNvSpPr>
            <a:spLocks/>
          </p:cNvSpPr>
          <p:nvPr/>
        </p:nvSpPr>
        <p:spPr>
          <a:xfrm rot="0">
            <a:off x="6696075" y="1695450"/>
            <a:ext cx="314324" cy="32385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83C3"/>
          </a:solidFill>
          <a:ln cmpd="sng" cap="flat">
            <a:noFill/>
            <a:prstDash val="solid"/>
            <a:miter/>
          </a:ln>
        </p:spPr>
      </p:sp>
      <p:sp>
        <p:nvSpPr>
          <p:cNvPr id="161"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miter/>
          </a:ln>
        </p:spPr>
      </p:sp>
      <p:pic>
        <p:nvPicPr>
          <p:cNvPr id="162" name="图片"/>
          <p:cNvPicPr>
            <a:picLocks/>
          </p:cNvPicPr>
          <p:nvPr/>
        </p:nvPicPr>
        <p:blipFill>
          <a:blip r:embed="rId1" cstate="print"/>
          <a:stretch>
            <a:fillRect/>
          </a:stretch>
        </p:blipFill>
        <p:spPr>
          <a:xfrm rot="0">
            <a:off x="66675" y="3381373"/>
            <a:ext cx="2466975" cy="3419473"/>
          </a:xfrm>
          <a:prstGeom prst="rect"/>
          <a:noFill/>
          <a:ln w="12700" cmpd="sng" cap="flat">
            <a:noFill/>
            <a:prstDash val="solid"/>
            <a:miter/>
          </a:ln>
        </p:spPr>
      </p:pic>
      <p:sp>
        <p:nvSpPr>
          <p:cNvPr id="163" name="文本框"/>
          <p:cNvSpPr>
            <a:spLocks noGrp="1"/>
          </p:cNvSpPr>
          <p:nvPr>
            <p:ph type="title"/>
          </p:nvPr>
        </p:nvSpPr>
        <p:spPr>
          <a:xfrm rot="0">
            <a:off x="739774" y="654938"/>
            <a:ext cx="8480425" cy="664209"/>
          </a:xfrm>
          <a:prstGeom prst="rect"/>
          <a:noFill/>
          <a:ln w="12700" cmpd="sng" cap="flat">
            <a:noFill/>
            <a:prstDash val="solid"/>
            <a:miter/>
          </a:ln>
        </p:spPr>
        <p:txBody>
          <a:bodyPr vert="horz" wrap="square" lIns="0" tIns="16510" rIns="0" bIns="0" anchor="t" anchorCtr="0">
            <a:prstTxWarp prst="textNoShape"/>
            <a:spAutoFit/>
          </a:bodyPr>
          <a:lstStyle/>
          <a:p>
            <a:pPr marL="12700" indent="0" algn="l">
              <a:lnSpc>
                <a:spcPct val="100000"/>
              </a:lnSpc>
              <a:spcBef>
                <a:spcPts val="130"/>
              </a:spcBef>
              <a:spcAft>
                <a:spcPts val="0"/>
              </a:spcAft>
              <a:buNone/>
            </a:pPr>
            <a:r>
              <a:rPr lang="en-US" altLang="zh-CN" sz="4250" b="1" i="0" u="none" strike="noStrike" kern="0" cap="none" spc="15" baseline="0">
                <a:solidFill>
                  <a:schemeClr val="tx1"/>
                </a:solidFill>
                <a:latin typeface="Trebuchet MS" pitchFamily="0" charset="0"/>
                <a:ea typeface="宋体" pitchFamily="0" charset="0"/>
                <a:cs typeface="Trebuchet MS" pitchFamily="0" charset="0"/>
              </a:rPr>
              <a:t>THE</a:t>
            </a:r>
            <a:r>
              <a:rPr lang="en-US" altLang="zh-CN" sz="4250" b="1" i="0" u="none" strike="noStrike" kern="0" cap="none" spc="20" baseline="0">
                <a:solidFill>
                  <a:schemeClr val="tx1"/>
                </a:solidFill>
                <a:latin typeface="Trebuchet MS" pitchFamily="0" charset="0"/>
                <a:ea typeface="宋体" pitchFamily="0" charset="0"/>
                <a:cs typeface="Trebuchet MS" pitchFamily="0" charset="0"/>
              </a:rPr>
              <a:t> </a:t>
            </a:r>
            <a:r>
              <a:rPr lang="en-US" altLang="zh-CN" sz="4250" b="1" i="0" u="none" strike="noStrike" kern="0" cap="none" spc="20" baseline="0">
                <a:solidFill>
                  <a:schemeClr val="tx1"/>
                </a:solidFill>
                <a:latin typeface="Trebuchet MS" pitchFamily="0" charset="0"/>
                <a:ea typeface="宋体" pitchFamily="0" charset="0"/>
                <a:cs typeface="Trebuchet MS" pitchFamily="0" charset="0"/>
              </a:rPr>
              <a:t>"</a:t>
            </a:r>
            <a:r>
              <a:rPr lang="en-US" altLang="zh-CN" sz="4250" b="1" i="0" u="none" strike="noStrike" kern="0" cap="none" spc="10" baseline="0">
                <a:solidFill>
                  <a:schemeClr val="tx1"/>
                </a:solidFill>
                <a:latin typeface="Trebuchet MS" pitchFamily="0" charset="0"/>
                <a:ea typeface="宋体" pitchFamily="0" charset="0"/>
                <a:cs typeface="Trebuchet MS" pitchFamily="0" charset="0"/>
              </a:rPr>
              <a:t>WOW</a:t>
            </a:r>
            <a:r>
              <a:rPr lang="en-US" altLang="zh-CN" sz="4250" b="1" i="0" u="none" strike="noStrike" kern="0" cap="none" spc="10" baseline="0">
                <a:solidFill>
                  <a:schemeClr val="tx1"/>
                </a:solidFill>
                <a:latin typeface="Trebuchet MS" pitchFamily="0" charset="0"/>
                <a:ea typeface="宋体" pitchFamily="0" charset="0"/>
                <a:cs typeface="Trebuchet MS" pitchFamily="0" charset="0"/>
              </a:rPr>
              <a:t>"</a:t>
            </a:r>
            <a:r>
              <a:rPr lang="en-US" altLang="zh-CN" sz="4250" b="1" i="0" u="none" strike="noStrike" kern="0" cap="none" spc="85" baseline="0">
                <a:solidFill>
                  <a:schemeClr val="tx1"/>
                </a:solidFill>
                <a:latin typeface="Trebuchet MS" pitchFamily="0" charset="0"/>
                <a:ea typeface="宋体" pitchFamily="0" charset="0"/>
                <a:cs typeface="Trebuchet MS" pitchFamily="0" charset="0"/>
              </a:rPr>
              <a:t> </a:t>
            </a:r>
            <a:r>
              <a:rPr lang="en-US" altLang="zh-CN" sz="4250" b="1" i="0" u="none" strike="noStrike" kern="0" cap="none" spc="10" baseline="0">
                <a:solidFill>
                  <a:schemeClr val="tx1"/>
                </a:solidFill>
                <a:latin typeface="Trebuchet MS" pitchFamily="0" charset="0"/>
                <a:ea typeface="宋体" pitchFamily="0" charset="0"/>
                <a:cs typeface="Trebuchet MS" pitchFamily="0" charset="0"/>
              </a:rPr>
              <a:t>IN</a:t>
            </a:r>
            <a:r>
              <a:rPr lang="en-US" altLang="zh-CN" sz="4250" b="1" i="0" u="none" strike="noStrike" kern="0" cap="none" spc="-5" baseline="0">
                <a:solidFill>
                  <a:schemeClr val="tx1"/>
                </a:solidFill>
                <a:latin typeface="Trebuchet MS" pitchFamily="0" charset="0"/>
                <a:ea typeface="宋体" pitchFamily="0" charset="0"/>
                <a:cs typeface="Trebuchet MS" pitchFamily="0" charset="0"/>
              </a:rPr>
              <a:t> </a:t>
            </a:r>
            <a:r>
              <a:rPr lang="en-US" altLang="zh-CN" sz="4250" b="1" i="0" u="none" strike="noStrike" kern="0" cap="none" spc="15" baseline="0">
                <a:solidFill>
                  <a:schemeClr val="tx1"/>
                </a:solidFill>
                <a:latin typeface="Trebuchet MS" pitchFamily="0" charset="0"/>
                <a:ea typeface="宋体" pitchFamily="0" charset="0"/>
                <a:cs typeface="Trebuchet MS" pitchFamily="0" charset="0"/>
              </a:rPr>
              <a:t>OUR</a:t>
            </a:r>
            <a:r>
              <a:rPr lang="en-US" altLang="zh-CN" sz="4250" b="1" i="0" u="none" strike="noStrike" kern="0" cap="none" spc="-10" baseline="0">
                <a:solidFill>
                  <a:schemeClr val="tx1"/>
                </a:solidFill>
                <a:latin typeface="Trebuchet MS" pitchFamily="0" charset="0"/>
                <a:ea typeface="宋体" pitchFamily="0" charset="0"/>
                <a:cs typeface="Trebuchet MS" pitchFamily="0" charset="0"/>
              </a:rPr>
              <a:t> </a:t>
            </a:r>
            <a:r>
              <a:rPr lang="en-US" altLang="zh-CN" sz="4250" b="1" i="0" u="none" strike="noStrike" kern="0" cap="none" spc="20" baseline="0">
                <a:solidFill>
                  <a:schemeClr val="tx1"/>
                </a:solidFill>
                <a:latin typeface="Trebuchet MS" pitchFamily="0" charset="0"/>
                <a:ea typeface="宋体" pitchFamily="0" charset="0"/>
                <a:cs typeface="Trebuchet MS" pitchFamily="0" charset="0"/>
              </a:rPr>
              <a:t>SOLUTION</a:t>
            </a:r>
            <a:endParaRPr lang="zh-CN" altLang="en-US" sz="4250" b="1" i="0" u="none" strike="noStrike" kern="0" cap="none" spc="0" baseline="0">
              <a:solidFill>
                <a:schemeClr val="tx1"/>
              </a:solidFill>
              <a:latin typeface="Trebuchet MS" pitchFamily="0" charset="0"/>
              <a:ea typeface="宋体" pitchFamily="0" charset="0"/>
              <a:cs typeface="Trebuchet MS" pitchFamily="0" charset="0"/>
            </a:endParaRPr>
          </a:p>
        </p:txBody>
      </p:sp>
      <p:sp>
        <p:nvSpPr>
          <p:cNvPr id="164" name="矩形"/>
          <p:cNvSpPr>
            <a:spLocks/>
          </p:cNvSpPr>
          <p:nvPr/>
        </p:nvSpPr>
        <p:spPr>
          <a:xfrm rot="0">
            <a:off x="11277218" y="6473336"/>
            <a:ext cx="228600" cy="168909"/>
          </a:xfrm>
          <a:prstGeom prst="rect"/>
          <a:noFill/>
          <a:ln w="12700" cmpd="sng" cap="flat">
            <a:noFill/>
            <a:prstDash val="solid"/>
            <a:miter/>
          </a:ln>
        </p:spPr>
        <p:txBody>
          <a:bodyPr vert="horz" wrap="square" lIns="0" tIns="6985" rIns="0" bIns="0" anchor="t" anchorCtr="0">
            <a:prstTxWarp prst="textNoShape"/>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9</a:t>
            </a:fld>
            <a:endParaRPr lang="zh-CN" altLang="en-US" sz="1100" b="0" i="0" u="none" strike="noStrike" kern="1200" cap="none" spc="0" baseline="0">
              <a:solidFill>
                <a:schemeClr val="tx1"/>
              </a:solidFill>
              <a:latin typeface="Trebuchet MS" pitchFamily="0" charset="0"/>
              <a:ea typeface="宋体" pitchFamily="0" charset="0"/>
              <a:cs typeface="Trebuchet MS" pitchFamily="0" charset="0"/>
            </a:endParaRPr>
          </a:p>
        </p:txBody>
      </p:sp>
      <p:sp>
        <p:nvSpPr>
          <p:cNvPr id="165" name="矩形"/>
          <p:cNvSpPr>
            <a:spLocks/>
          </p:cNvSpPr>
          <p:nvPr/>
        </p:nvSpPr>
        <p:spPr>
          <a:xfrm rot="0">
            <a:off x="2743200" y="2354703"/>
            <a:ext cx="8534019" cy="309181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Font typeface="Arial" pitchFamily="34" charset="0"/>
              <a:buChar char="•"/>
            </a:pPr>
            <a:endParaRPr lang="en-US" altLang="zh-CN" sz="2800" b="0" i="0" u="none" strike="noStrike" kern="1200" cap="none" spc="0" baseline="0">
              <a:solidFill>
                <a:srgbClr val="0D0D0D"/>
              </a:solidFill>
              <a:latin typeface="Times New Roman" pitchFamily="18" charset="0"/>
              <a:ea typeface="宋体" pitchFamily="0" charset="0"/>
              <a:cs typeface="Times New Roman" pitchFamily="18" charset="0"/>
            </a:endParaRPr>
          </a:p>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Times New Roman" pitchFamily="18" charset="0"/>
                <a:ea typeface="宋体" pitchFamily="0" charset="0"/>
                <a:cs typeface="Times New Roman" pitchFamily="18" charset="0"/>
              </a:rPr>
              <a:t>Analyzing performance data in Excel using array formula and dynamic range name methods. The recording and analysis of performance data is the quintessential spreadsheet application. In every company, probably in every department, performance data is collected in Excel.</a:t>
            </a:r>
            <a:endParaRPr lang="zh-CN" altLang="en-US" sz="2800" b="0" i="0" u="none" strike="noStrike" kern="1200" cap="none" spc="0" baseline="0">
              <a:solidFill>
                <a:schemeClr val="tx1"/>
              </a:solidFill>
              <a:latin typeface="Times New Roman" pitchFamily="18" charset="0"/>
              <a:ea typeface="宋体" pitchFamily="0" charset="0"/>
              <a:cs typeface="Times New Roman" pitchFamily="18" charset="0"/>
            </a:endParaRPr>
          </a:p>
        </p:txBody>
      </p:sp>
    </p:spTree>
    <p:extLst>
      <p:ext uri="{BB962C8B-B14F-4D97-AF65-F5344CB8AC3E}">
        <p14:creationId xmlns:p14="http://schemas.microsoft.com/office/powerpoint/2010/main" val="2015158323"/>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68"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miter/>
          </a:ln>
        </p:spPr>
      </p:sp>
      <p:pic>
        <p:nvPicPr>
          <p:cNvPr id="169" name="图片"/>
          <p:cNvPicPr>
            <a:picLocks/>
          </p:cNvPicPr>
          <p:nvPr/>
        </p:nvPicPr>
        <p:blipFill>
          <a:blip r:embed="rId1" cstate="print"/>
          <a:stretch>
            <a:fillRect/>
          </a:stretch>
        </p:blipFill>
        <p:spPr>
          <a:xfrm rot="0">
            <a:off x="1666874" y="6467475"/>
            <a:ext cx="76200" cy="177799"/>
          </a:xfrm>
          <a:prstGeom prst="rect"/>
          <a:noFill/>
          <a:ln w="12700" cmpd="sng" cap="flat">
            <a:noFill/>
            <a:prstDash val="solid"/>
            <a:miter/>
          </a:ln>
        </p:spPr>
      </p:pic>
      <p:sp>
        <p:nvSpPr>
          <p:cNvPr id="170" name="矩形"/>
          <p:cNvSpPr>
            <a:spLocks/>
          </p:cNvSpPr>
          <p:nvPr/>
        </p:nvSpPr>
        <p:spPr>
          <a:xfrm rot="0">
            <a:off x="11277218" y="6473336"/>
            <a:ext cx="228600" cy="168909"/>
          </a:xfrm>
          <a:prstGeom prst="rect"/>
          <a:noFill/>
          <a:ln w="12700" cmpd="sng" cap="flat">
            <a:noFill/>
            <a:prstDash val="solid"/>
            <a:miter/>
          </a:ln>
        </p:spPr>
        <p:txBody>
          <a:bodyPr vert="horz" wrap="square" lIns="0" tIns="6985" rIns="0" bIns="0" anchor="t" anchorCtr="0">
            <a:prstTxWarp prst="textNoShape"/>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10</a:t>
            </a:fld>
            <a:endParaRPr lang="zh-CN" altLang="en-US" sz="1100" b="0" i="0" u="none" strike="noStrike" kern="1200" cap="none" spc="0" baseline="0">
              <a:solidFill>
                <a:schemeClr val="tx1"/>
              </a:solidFill>
              <a:latin typeface="Trebuchet MS" pitchFamily="0" charset="0"/>
              <a:ea typeface="宋体" pitchFamily="0" charset="0"/>
              <a:cs typeface="Trebuchet MS" pitchFamily="0" charset="0"/>
            </a:endParaRPr>
          </a:p>
        </p:txBody>
      </p:sp>
      <p:sp>
        <p:nvSpPr>
          <p:cNvPr id="171" name="矩形"/>
          <p:cNvSpPr>
            <a:spLocks/>
          </p:cNvSpPr>
          <p:nvPr/>
        </p:nvSpPr>
        <p:spPr>
          <a:xfrm rot="0">
            <a:off x="739774" y="291147"/>
            <a:ext cx="3303904" cy="737235"/>
          </a:xfrm>
          <a:prstGeom prst="rect"/>
          <a:noFill/>
          <a:ln w="12700" cmpd="sng" cap="flat">
            <a:noFill/>
            <a:prstDash val="solid"/>
            <a:miter/>
          </a:ln>
        </p:spPr>
        <p:txBody>
          <a:bodyPr vert="horz" wrap="square" lIns="0" tIns="13334" rIns="0" bIns="0" anchor="t" anchorCtr="0">
            <a:prstTxWarp prst="textNoShape"/>
            <a:spAutoFit/>
          </a:bodyPr>
          <a:lstStyle/>
          <a:p>
            <a:pPr marL="12700" indent="0" algn="l">
              <a:lnSpc>
                <a:spcPct val="100000"/>
              </a:lnSpc>
              <a:spcBef>
                <a:spcPts val="104"/>
              </a:spcBef>
              <a:spcAft>
                <a:spcPts val="0"/>
              </a:spcAft>
              <a:buNone/>
            </a:pPr>
            <a:r>
              <a:rPr lang="en-US" altLang="zh-CN" sz="4800" b="1" i="0" u="none" strike="noStrike" kern="1200" cap="none" spc="15" baseline="0">
                <a:solidFill>
                  <a:schemeClr val="tx1"/>
                </a:solidFill>
                <a:latin typeface="Trebuchet MS" pitchFamily="0" charset="0"/>
                <a:ea typeface="宋体" pitchFamily="0" charset="0"/>
                <a:cs typeface="Trebuchet MS" pitchFamily="0" charset="0"/>
              </a:rPr>
              <a:t>M</a:t>
            </a:r>
            <a:r>
              <a:rPr lang="en-US" altLang="zh-CN" sz="4800" b="1" i="0" u="none" strike="noStrike" kern="1200" cap="none" spc="0" baseline="0">
                <a:solidFill>
                  <a:schemeClr val="tx1"/>
                </a:solidFill>
                <a:latin typeface="Trebuchet MS" pitchFamily="0" charset="0"/>
                <a:ea typeface="宋体" pitchFamily="0" charset="0"/>
                <a:cs typeface="Trebuchet MS" pitchFamily="0" charset="0"/>
              </a:rPr>
              <a:t>O</a:t>
            </a:r>
            <a:r>
              <a:rPr lang="en-US" altLang="zh-CN" sz="4800" b="1" i="0" u="none" strike="noStrike" kern="1200" cap="none" spc="-15" baseline="0">
                <a:solidFill>
                  <a:schemeClr val="tx1"/>
                </a:solidFill>
                <a:latin typeface="Trebuchet MS" pitchFamily="0" charset="0"/>
                <a:ea typeface="宋体" pitchFamily="0" charset="0"/>
                <a:cs typeface="Trebuchet MS" pitchFamily="0" charset="0"/>
              </a:rPr>
              <a:t>D</a:t>
            </a:r>
            <a:r>
              <a:rPr lang="en-US" altLang="zh-CN" sz="4800" b="1" i="0" u="none" strike="noStrike" kern="1200" cap="none" spc="-35" baseline="0">
                <a:solidFill>
                  <a:schemeClr val="tx1"/>
                </a:solidFill>
                <a:latin typeface="Trebuchet MS" pitchFamily="0" charset="0"/>
                <a:ea typeface="宋体" pitchFamily="0" charset="0"/>
                <a:cs typeface="Trebuchet MS" pitchFamily="0" charset="0"/>
              </a:rPr>
              <a:t>E</a:t>
            </a:r>
            <a:r>
              <a:rPr lang="en-US" altLang="zh-CN" sz="4800" b="1" i="0" u="none" strike="noStrike" kern="1200" cap="none" spc="-30" baseline="0">
                <a:solidFill>
                  <a:schemeClr val="tx1"/>
                </a:solidFill>
                <a:latin typeface="Trebuchet MS" pitchFamily="0" charset="0"/>
                <a:ea typeface="宋体" pitchFamily="0" charset="0"/>
                <a:cs typeface="Trebuchet MS" pitchFamily="0" charset="0"/>
              </a:rPr>
              <a:t>LL</a:t>
            </a:r>
            <a:r>
              <a:rPr lang="en-US" altLang="zh-CN" sz="4800" b="1" i="0" u="none" strike="noStrike" kern="1200" cap="none" spc="-5" baseline="0">
                <a:solidFill>
                  <a:schemeClr val="tx1"/>
                </a:solidFill>
                <a:latin typeface="Trebuchet MS" pitchFamily="0" charset="0"/>
                <a:ea typeface="宋体" pitchFamily="0" charset="0"/>
                <a:cs typeface="Trebuchet MS" pitchFamily="0" charset="0"/>
              </a:rPr>
              <a:t>I</a:t>
            </a:r>
            <a:r>
              <a:rPr lang="en-US" altLang="zh-CN" sz="4800" b="1" i="0" u="none" strike="noStrike" kern="1200" cap="none" spc="30" baseline="0">
                <a:solidFill>
                  <a:schemeClr val="tx1"/>
                </a:solidFill>
                <a:latin typeface="Trebuchet MS" pitchFamily="0" charset="0"/>
                <a:ea typeface="宋体" pitchFamily="0" charset="0"/>
                <a:cs typeface="Trebuchet MS" pitchFamily="0" charset="0"/>
              </a:rPr>
              <a:t>N</a:t>
            </a:r>
            <a:r>
              <a:rPr lang="en-US" altLang="zh-CN" sz="4800" b="1" i="0" u="none" strike="noStrike" kern="1200" cap="none" spc="5" baseline="0">
                <a:solidFill>
                  <a:schemeClr val="tx1"/>
                </a:solidFill>
                <a:latin typeface="Trebuchet MS" pitchFamily="0" charset="0"/>
                <a:ea typeface="宋体" pitchFamily="0" charset="0"/>
                <a:cs typeface="Trebuchet MS" pitchFamily="0" charset="0"/>
              </a:rPr>
              <a:t>G</a:t>
            </a:r>
            <a:endParaRPr lang="zh-CN" altLang="en-US" sz="4800" b="0" i="0" u="none" strike="noStrike" kern="1200" cap="none" spc="0" baseline="0">
              <a:solidFill>
                <a:schemeClr val="tx1"/>
              </a:solidFill>
              <a:latin typeface="Trebuchet MS" pitchFamily="0" charset="0"/>
              <a:ea typeface="宋体" pitchFamily="0" charset="0"/>
              <a:cs typeface="Trebuchet MS" pitchFamily="0" charset="0"/>
            </a:endParaRPr>
          </a:p>
        </p:txBody>
      </p:sp>
      <p:sp>
        <p:nvSpPr>
          <p:cNvPr id="172" name="曲线"/>
          <p:cNvSpPr>
            <a:spLocks/>
          </p:cNvSpPr>
          <p:nvPr/>
        </p:nvSpPr>
        <p:spPr>
          <a:xfrm rot="0">
            <a:off x="10058401" y="525141"/>
            <a:ext cx="457200"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miter/>
          </a:ln>
        </p:spPr>
      </p:sp>
      <p:sp>
        <p:nvSpPr>
          <p:cNvPr id="173" name="矩形"/>
          <p:cNvSpPr>
            <a:spLocks/>
          </p:cNvSpPr>
          <p:nvPr/>
        </p:nvSpPr>
        <p:spPr>
          <a:xfrm rot="0">
            <a:off x="1852264" y="1552550"/>
            <a:ext cx="4675729" cy="19583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A performance evaluation model is crucial for a company as it measures individual and collective employee. This helps identify strengths and areas for improvement and contributes to professional development, goal alignment, and continuous improvement</a:t>
            </a:r>
            <a:endParaRPr lang="zh-CN" altLang="en-US" sz="1800" b="0" i="0" u="none" strike="noStrike" kern="1200" cap="none" spc="0" baseline="0">
              <a:solidFill>
                <a:schemeClr val="tx1"/>
              </a:solidFill>
              <a:latin typeface="Droid Sans" pitchFamily="0" charset="0"/>
              <a:ea typeface="宋体" pitchFamily="0" charset="0"/>
              <a:cs typeface="Lucida Sans" pitchFamily="0" charset="0"/>
            </a:endParaRPr>
          </a:p>
        </p:txBody>
      </p:sp>
    </p:spTree>
    <p:extLst>
      <p:ext uri="{BB962C8B-B14F-4D97-AF65-F5344CB8AC3E}">
        <p14:creationId xmlns:p14="http://schemas.microsoft.com/office/powerpoint/2010/main" val="298447342"/>
      </p:ext>
    </p:extLst>
  </p:cSld>
  <p:clrMapOvr>
    <a:masterClrMapping/>
  </p:clrMapOvr>
</p:sld>
</file>

<file path=ppt/slides/slide11.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76" name="曲线"/>
          <p:cNvSpPr>
            <a:spLocks/>
          </p:cNvSpPr>
          <p:nvPr/>
        </p:nvSpPr>
        <p:spPr>
          <a:xfrm rot="0">
            <a:off x="9353550" y="5362575"/>
            <a:ext cx="457199" cy="457200"/>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42AF51"/>
          </a:solidFill>
          <a:ln cmpd="sng" cap="flat">
            <a:noFill/>
            <a:prstDash val="solid"/>
            <a:miter/>
          </a:ln>
        </p:spPr>
      </p:sp>
      <p:sp>
        <p:nvSpPr>
          <p:cNvPr id="177" name="曲线"/>
          <p:cNvSpPr>
            <a:spLocks/>
          </p:cNvSpPr>
          <p:nvPr/>
        </p:nvSpPr>
        <p:spPr>
          <a:xfrm rot="0">
            <a:off x="9353550" y="5895975"/>
            <a:ext cx="180975" cy="180975"/>
          </a:xfrm>
          <a:custGeom>
            <a:gdLst>
              <a:gd name="T1" fmla="*/ 0 w 21600"/>
              <a:gd name="T2" fmla="*/ 0 h 21600"/>
              <a:gd name="T3" fmla="*/ 21600 w 21600"/>
              <a:gd name="T4" fmla="*/ 21600 h 21600"/>
            </a:gdLst>
            <a:rect l="T1" t="T2" r="T3" b="T4"/>
            <a:pathLst>
              <a:path w="21600" h="21600">
                <a:moveTo>
                  <a:pt x="21600" y="0"/>
                </a:moveTo>
                <a:lnTo>
                  <a:pt x="0" y="0"/>
                </a:lnTo>
                <a:lnTo>
                  <a:pt x="0" y="21600"/>
                </a:lnTo>
                <a:lnTo>
                  <a:pt x="21600" y="21600"/>
                </a:lnTo>
                <a:lnTo>
                  <a:pt x="21600" y="0"/>
                </a:lnTo>
                <a:close/>
              </a:path>
            </a:pathLst>
          </a:custGeom>
          <a:solidFill>
            <a:srgbClr val="2D936B"/>
          </a:solidFill>
          <a:ln cmpd="sng" cap="flat">
            <a:noFill/>
            <a:prstDash val="solid"/>
            <a:miter/>
          </a:ln>
        </p:spPr>
      </p:sp>
      <p:pic>
        <p:nvPicPr>
          <p:cNvPr id="178" name="图片"/>
          <p:cNvPicPr>
            <a:picLocks/>
          </p:cNvPicPr>
          <p:nvPr/>
        </p:nvPicPr>
        <p:blipFill>
          <a:blip r:embed="rId1" cstate="print"/>
          <a:stretch>
            <a:fillRect/>
          </a:stretch>
        </p:blipFill>
        <p:spPr>
          <a:xfrm rot="0">
            <a:off x="1666874" y="6467475"/>
            <a:ext cx="76200" cy="177799"/>
          </a:xfrm>
          <a:prstGeom prst="rect"/>
          <a:noFill/>
          <a:ln w="12700" cmpd="sng" cap="flat">
            <a:noFill/>
            <a:prstDash val="solid"/>
            <a:miter/>
          </a:ln>
        </p:spPr>
      </p:pic>
      <p:sp>
        <p:nvSpPr>
          <p:cNvPr id="179" name="文本框"/>
          <p:cNvSpPr>
            <a:spLocks noGrp="1"/>
          </p:cNvSpPr>
          <p:nvPr>
            <p:ph type="title"/>
          </p:nvPr>
        </p:nvSpPr>
        <p:spPr>
          <a:xfrm rot="0">
            <a:off x="755332" y="385444"/>
            <a:ext cx="2437130" cy="737235"/>
          </a:xfrm>
          <a:prstGeom prst="rect"/>
          <a:noFill/>
          <a:ln w="12700" cmpd="sng" cap="flat">
            <a:noFill/>
            <a:prstDash val="solid"/>
            <a:miter/>
          </a:ln>
        </p:spPr>
        <p:txBody>
          <a:bodyPr vert="horz" wrap="square" lIns="0" tIns="13334" rIns="0" bIns="0" anchor="t" anchorCtr="0">
            <a:prstTxWarp prst="textNoShape"/>
            <a:spAutoFit/>
          </a:bodyPr>
          <a:lstStyle/>
          <a:p>
            <a:pPr marL="12700" indent="0" algn="l">
              <a:lnSpc>
                <a:spcPct val="100000"/>
              </a:lnSpc>
              <a:spcBef>
                <a:spcPts val="104"/>
              </a:spcBef>
              <a:spcAft>
                <a:spcPts val="0"/>
              </a:spcAft>
              <a:buNone/>
            </a:pPr>
            <a:r>
              <a:rPr lang="en-US" altLang="zh-CN" sz="4800" b="1" i="0" u="none" strike="noStrike" kern="0" cap="none" spc="0" baseline="0">
                <a:solidFill>
                  <a:schemeClr val="tx1"/>
                </a:solidFill>
                <a:latin typeface="Trebuchet MS" pitchFamily="0" charset="0"/>
                <a:ea typeface="宋体" pitchFamily="0" charset="0"/>
                <a:cs typeface="Trebuchet MS" pitchFamily="0" charset="0"/>
              </a:rPr>
              <a:t>R</a:t>
            </a:r>
            <a:r>
              <a:rPr lang="en-US" altLang="zh-CN" sz="4800" b="1" i="0" u="none" strike="noStrike" kern="0" cap="none" spc="-40" baseline="0">
                <a:solidFill>
                  <a:schemeClr val="tx1"/>
                </a:solidFill>
                <a:latin typeface="Trebuchet MS" pitchFamily="0" charset="0"/>
                <a:ea typeface="宋体" pitchFamily="0" charset="0"/>
                <a:cs typeface="Trebuchet MS" pitchFamily="0" charset="0"/>
              </a:rPr>
              <a:t>E</a:t>
            </a:r>
            <a:r>
              <a:rPr lang="en-US" altLang="zh-CN" sz="4800" b="1" i="0" u="none" strike="noStrike" kern="0" cap="none" spc="15" baseline="0">
                <a:solidFill>
                  <a:schemeClr val="tx1"/>
                </a:solidFill>
                <a:latin typeface="Trebuchet MS" pitchFamily="0" charset="0"/>
                <a:ea typeface="宋体" pitchFamily="0" charset="0"/>
                <a:cs typeface="Trebuchet MS" pitchFamily="0" charset="0"/>
              </a:rPr>
              <a:t>S</a:t>
            </a:r>
            <a:r>
              <a:rPr lang="en-US" altLang="zh-CN" sz="4800" b="1" i="0" u="none" strike="noStrike" kern="0" cap="none" spc="-30" baseline="0">
                <a:solidFill>
                  <a:schemeClr val="tx1"/>
                </a:solidFill>
                <a:latin typeface="Trebuchet MS" pitchFamily="0" charset="0"/>
                <a:ea typeface="宋体" pitchFamily="0" charset="0"/>
                <a:cs typeface="Trebuchet MS" pitchFamily="0" charset="0"/>
              </a:rPr>
              <a:t>U</a:t>
            </a:r>
            <a:r>
              <a:rPr lang="en-US" altLang="zh-CN" sz="4800" b="1" i="0" u="none" strike="noStrike" kern="0" cap="none" spc="-405" baseline="0">
                <a:solidFill>
                  <a:schemeClr val="tx1"/>
                </a:solidFill>
                <a:latin typeface="Trebuchet MS" pitchFamily="0" charset="0"/>
                <a:ea typeface="宋体" pitchFamily="0" charset="0"/>
                <a:cs typeface="Trebuchet MS" pitchFamily="0" charset="0"/>
              </a:rPr>
              <a:t>L</a:t>
            </a:r>
            <a:r>
              <a:rPr lang="en-US" altLang="zh-CN" sz="4800" b="1" i="0" u="none" strike="noStrike" kern="0" cap="none" spc="0" baseline="0">
                <a:solidFill>
                  <a:schemeClr val="tx1"/>
                </a:solidFill>
                <a:latin typeface="Trebuchet MS" pitchFamily="0" charset="0"/>
                <a:ea typeface="宋体" pitchFamily="0" charset="0"/>
                <a:cs typeface="Trebuchet MS" pitchFamily="0" charset="0"/>
              </a:rPr>
              <a:t>TS</a:t>
            </a:r>
            <a:endParaRPr lang="zh-CN" altLang="en-US" sz="4800" b="1" i="0" u="none" strike="noStrike" kern="0" cap="none" spc="0" baseline="0">
              <a:solidFill>
                <a:schemeClr val="tx1"/>
              </a:solidFill>
              <a:latin typeface="Trebuchet MS" pitchFamily="0" charset="0"/>
              <a:ea typeface="宋体" pitchFamily="0" charset="0"/>
              <a:cs typeface="Trebuchet MS" pitchFamily="0" charset="0"/>
            </a:endParaRPr>
          </a:p>
        </p:txBody>
      </p:sp>
      <p:sp>
        <p:nvSpPr>
          <p:cNvPr id="180" name="矩形"/>
          <p:cNvSpPr>
            <a:spLocks/>
          </p:cNvSpPr>
          <p:nvPr/>
        </p:nvSpPr>
        <p:spPr>
          <a:xfrm rot="0">
            <a:off x="11277218" y="6473336"/>
            <a:ext cx="228600" cy="168909"/>
          </a:xfrm>
          <a:prstGeom prst="rect"/>
          <a:noFill/>
          <a:ln w="12700" cmpd="sng" cap="flat">
            <a:noFill/>
            <a:prstDash val="solid"/>
            <a:miter/>
          </a:ln>
        </p:spPr>
        <p:txBody>
          <a:bodyPr vert="horz" wrap="square" lIns="0" tIns="6985" rIns="0" bIns="0" anchor="t" anchorCtr="0">
            <a:prstTxWarp prst="textNoShape"/>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itchFamily="0" charset="0"/>
                <a:ea typeface="宋体" pitchFamily="0" charset="0"/>
                <a:cs typeface="Trebuchet MS" pitchFamily="0" charset="0"/>
              </a:rPr>
              <a:t>11</a:t>
            </a:fld>
            <a:endParaRPr lang="zh-CN" altLang="en-US" sz="1100" b="0" i="0" u="none" strike="noStrike" kern="1200" cap="none" spc="0" baseline="0">
              <a:solidFill>
                <a:schemeClr val="tx1"/>
              </a:solidFill>
              <a:latin typeface="Trebuchet MS" pitchFamily="0" charset="0"/>
              <a:ea typeface="宋体" pitchFamily="0" charset="0"/>
              <a:cs typeface="Trebuchet MS" pitchFamily="0" charset="0"/>
            </a:endParaRPr>
          </a:p>
        </p:txBody>
      </p:sp>
      <p:sp>
        <p:nvSpPr>
          <p:cNvPr id="181" name="矩形"/>
          <p:cNvSpPr>
            <a:spLocks/>
          </p:cNvSpPr>
          <p:nvPr/>
        </p:nvSpPr>
        <p:spPr>
          <a:xfrm rot="0">
            <a:off x="1557313" y="2057367"/>
            <a:ext cx="5684219" cy="302513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Droid Sans" pitchFamily="0" charset="0"/>
              </a:rPr>
              <a:t>Advantages of Using an Excel-Based Rating System</a:t>
            </a:r>
            <a:endParaRPr lang="en-US" altLang="zh-CN" sz="1800" b="0" i="0" u="none" strike="noStrike" kern="1200" cap="none" spc="0" baseline="0">
              <a:solidFill>
                <a:schemeClr val="tx1"/>
              </a:solidFill>
              <a:latin typeface="Droid Sans" pitchFamily="0" charset="0"/>
              <a:ea typeface="宋体" pitchFamily="0" charset="0"/>
              <a:cs typeface="Droid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Droid Sans" pitchFamily="0" charset="0"/>
              </a:rPr>
              <a:t>Ease of Use: Excel’s intuitive interface simplifies data entry and analysis, making performance evaluations straightforward and hassle-free.</a:t>
            </a:r>
            <a:endParaRPr lang="en-US" altLang="zh-CN" sz="1800" b="0" i="0" u="none" strike="noStrike" kern="1200" cap="none" spc="0" baseline="0">
              <a:solidFill>
                <a:schemeClr val="tx1"/>
              </a:solidFill>
              <a:latin typeface="Droid Sans" pitchFamily="0" charset="0"/>
              <a:ea typeface="宋体" pitchFamily="0" charset="0"/>
              <a:cs typeface="Droid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Droid Sans" pitchFamily="0" charset="0"/>
              </a:rPr>
              <a:t>Customization: The Excel-based system allows for flexible adaptations, ensuring it can be tailored to fit the unique requirements of any organization.</a:t>
            </a:r>
            <a:endParaRPr lang="en-US" altLang="zh-CN" sz="1800" b="0" i="0" u="none" strike="noStrike" kern="1200" cap="none" spc="0" baseline="0">
              <a:solidFill>
                <a:schemeClr val="tx1"/>
              </a:solidFill>
              <a:latin typeface="Droid Sans" pitchFamily="0" charset="0"/>
              <a:ea typeface="宋体" pitchFamily="0" charset="0"/>
              <a:cs typeface="Droid Sans" pitchFamily="0"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Droid Sans" pitchFamily="0" charset="0"/>
              </a:rPr>
              <a:t>Cost-Effectiveness: By utilizing the already familiar Excel platform, organizations save on the expense of specialized  software, making it an economical choice for performance management.</a:t>
            </a:r>
            <a:endParaRPr lang="zh-CN" altLang="en-US" sz="1800" b="0" i="0" u="none" strike="noStrike" kern="1200" cap="none" spc="0" baseline="0">
              <a:solidFill>
                <a:schemeClr val="tx1"/>
              </a:solidFill>
              <a:latin typeface="Droid Sans" pitchFamily="0" charset="0"/>
              <a:ea typeface="宋体" pitchFamily="0" charset="0"/>
              <a:cs typeface="Lucida Sans" pitchFamily="0" charset="0"/>
            </a:endParaRPr>
          </a:p>
        </p:txBody>
      </p:sp>
    </p:spTree>
    <p:extLst>
      <p:ext uri="{BB962C8B-B14F-4D97-AF65-F5344CB8AC3E}">
        <p14:creationId xmlns:p14="http://schemas.microsoft.com/office/powerpoint/2010/main" val="447245710"/>
      </p:ext>
    </p:extLst>
  </p:cSld>
  <p:clrMapOvr>
    <a:masterClrMapping/>
  </p:clrMapOvr>
</p:sld>
</file>

<file path=ppt/slides/slide12.xml><?xml version="1.0" encoding="utf-8"?>
<p:sld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184" name="文本框"/>
          <p:cNvSpPr>
            <a:spLocks noGrp="1"/>
          </p:cNvSpPr>
          <p:nvPr>
            <p:ph type="title"/>
          </p:nvPr>
        </p:nvSpPr>
        <p:spPr>
          <a:xfrm rot="0">
            <a:off x="260039" y="1337929"/>
            <a:ext cx="10681335" cy="758190"/>
          </a:xfrm>
          <a:prstGeom prst="rect"/>
          <a:no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4800" b="1" i="0" u="none" strike="noStrike" kern="0" cap="none" spc="0" baseline="0">
                <a:solidFill>
                  <a:schemeClr val="tx1"/>
                </a:solidFill>
                <a:latin typeface="Times New Roman" pitchFamily="18" charset="0"/>
                <a:ea typeface="宋体" pitchFamily="0" charset="0"/>
                <a:cs typeface="Times New Roman" pitchFamily="18" charset="0"/>
              </a:rPr>
              <a:t>conclusion</a:t>
            </a:r>
            <a:endParaRPr lang="zh-CN" altLang="en-US" sz="4800" b="1" i="0" u="none" strike="noStrike" kern="0" cap="none" spc="0" baseline="0">
              <a:solidFill>
                <a:schemeClr val="tx1"/>
              </a:solidFill>
              <a:latin typeface="Times New Roman" pitchFamily="18" charset="0"/>
              <a:ea typeface="宋体" pitchFamily="0" charset="0"/>
              <a:cs typeface="Times New Roman" pitchFamily="18" charset="0"/>
            </a:endParaRPr>
          </a:p>
        </p:txBody>
      </p:sp>
      <p:sp>
        <p:nvSpPr>
          <p:cNvPr id="185" name="矩形"/>
          <p:cNvSpPr>
            <a:spLocks/>
          </p:cNvSpPr>
          <p:nvPr/>
        </p:nvSpPr>
        <p:spPr>
          <a:xfrm rot="0">
            <a:off x="1200131" y="2857456"/>
            <a:ext cx="5977277" cy="11582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Droid Sans" pitchFamily="0" charset="0"/>
                <a:ea typeface="宋体" pitchFamily="0" charset="0"/>
                <a:cs typeface="Lucida Sans" pitchFamily="0" charset="0"/>
              </a:rPr>
              <a:t>An Excel-based Employee Performance Rating Card and Dashboard is very useful and adaptable tool. It can significantly enhance your performance management process.</a:t>
            </a:r>
            <a:endParaRPr lang="zh-CN" altLang="en-US" sz="1800" b="0" i="0" u="none" strike="noStrike" kern="1200" cap="none" spc="0" baseline="0">
              <a:solidFill>
                <a:schemeClr val="tx1"/>
              </a:solidFill>
              <a:latin typeface="Droid Sans" pitchFamily="0" charset="0"/>
              <a:ea typeface="宋体" pitchFamily="0" charset="0"/>
              <a:cs typeface="Lucida Sans" pitchFamily="0" charset="0"/>
            </a:endParaRPr>
          </a:p>
        </p:txBody>
      </p:sp>
    </p:spTree>
    <p:extLst>
      <p:ext uri="{BB962C8B-B14F-4D97-AF65-F5344CB8AC3E}">
        <p14:creationId xmlns:p14="http://schemas.microsoft.com/office/powerpoint/2010/main" val="295893307"/>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575</TotalTime>
  <Application>Yozo_Office</Application>
</Properties>
</file>

<file path=docProps/core.xml><?xml version="1.0" encoding="utf-8"?>
<cp:coreProperties xmlns:cp="http://schemas.openxmlformats.org/package/2006/metadata/core-properties" xmlns:dc="http://purl.org/dc/elements/1.1/" xmlns:dcterms="http://purl.org/dc/terms/" xmlns:xsi="http://www.w3.org/2001/XMLSchema-instance">
  <dc:title>Face Mask Detection using Convolutional Neural Network (CNN)  </dc:title>
  <dc:creator>Konduru Narasimha</dc:creator>
  <cp:lastModifiedBy>root</cp:lastModifiedBy>
  <cp:revision>12</cp:revision>
  <dcterms:created xsi:type="dcterms:W3CDTF">2024-03-29T15:07:22Z</dcterms:created>
  <dcterms:modified xsi:type="dcterms:W3CDTF">2024-09-07T03:00:43Z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Created">
    <vt:filetime>2024-03-20T16:00:00Z</vt:filetime>
  </property>
  <property fmtid="{D5CDD505-2E9C-101B-9397-08002B2CF9AE}" pid="3" name="LastSaved">
    <vt:filetime>2024-03-28T16:00:00Z</vt:filetime>
  </property>
</Properties>
</file>